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3"/>
  </p:notesMasterIdLst>
  <p:sldIdLst>
    <p:sldId id="256" r:id="rId2"/>
    <p:sldId id="291" r:id="rId3"/>
    <p:sldId id="257" r:id="rId4"/>
    <p:sldId id="290" r:id="rId5"/>
    <p:sldId id="263" r:id="rId6"/>
    <p:sldId id="262" r:id="rId7"/>
    <p:sldId id="292" r:id="rId8"/>
    <p:sldId id="269" r:id="rId9"/>
    <p:sldId id="271" r:id="rId10"/>
    <p:sldId id="270" r:id="rId11"/>
    <p:sldId id="261" r:id="rId12"/>
    <p:sldId id="272" r:id="rId13"/>
    <p:sldId id="273" r:id="rId14"/>
    <p:sldId id="260" r:id="rId15"/>
    <p:sldId id="29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63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0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58558D-BE4C-4963-BC24-448B821310F4}" type="doc">
      <dgm:prSet loTypeId="urn:microsoft.com/office/officeart/2018/2/layout/IconLabel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2EEE78-85AF-450E-A6E4-DD66BB692E86}">
      <dgm:prSet custT="1"/>
      <dgm:spPr/>
      <dgm:t>
        <a:bodyPr/>
        <a:lstStyle/>
        <a:p>
          <a:r>
            <a:rPr lang="en-US" sz="3200" dirty="0" err="1"/>
            <a:t>Mahasiswa</a:t>
          </a:r>
          <a:r>
            <a:rPr lang="en-US" sz="3200" dirty="0"/>
            <a:t> yang semester </a:t>
          </a:r>
          <a:r>
            <a:rPr lang="en-US" sz="3200" dirty="0" err="1"/>
            <a:t>depan</a:t>
          </a:r>
          <a:r>
            <a:rPr lang="en-US" sz="3200" dirty="0"/>
            <a:t> </a:t>
          </a:r>
          <a:r>
            <a:rPr lang="en-US" sz="3200" dirty="0" err="1"/>
            <a:t>maju</a:t>
          </a:r>
          <a:r>
            <a:rPr lang="en-US" sz="3200" dirty="0"/>
            <a:t> </a:t>
          </a:r>
          <a:r>
            <a:rPr lang="en-US" sz="3200" dirty="0" err="1"/>
            <a:t>Sidang</a:t>
          </a:r>
          <a:r>
            <a:rPr lang="en-US" sz="3200" dirty="0"/>
            <a:t> </a:t>
          </a:r>
          <a:r>
            <a:rPr lang="en-US" sz="3200" dirty="0" err="1"/>
            <a:t>Tugas</a:t>
          </a:r>
          <a:r>
            <a:rPr lang="en-US" sz="3200" dirty="0"/>
            <a:t> </a:t>
          </a:r>
          <a:r>
            <a:rPr lang="en-US" sz="3200" dirty="0" err="1"/>
            <a:t>Akhir</a:t>
          </a:r>
          <a:endParaRPr lang="en-US" sz="3200" dirty="0"/>
        </a:p>
      </dgm:t>
    </dgm:pt>
    <dgm:pt modelId="{3C60FDC1-69BD-42BA-B6BB-A8467D9453A9}" type="parTrans" cxnId="{CCC14A09-C65A-4E3E-9A73-76657344CD8A}">
      <dgm:prSet/>
      <dgm:spPr/>
      <dgm:t>
        <a:bodyPr/>
        <a:lstStyle/>
        <a:p>
          <a:endParaRPr lang="en-US"/>
        </a:p>
      </dgm:t>
    </dgm:pt>
    <dgm:pt modelId="{89CFFBA6-36DC-42FB-9BEF-256065580E50}" type="sibTrans" cxnId="{CCC14A09-C65A-4E3E-9A73-76657344CD8A}">
      <dgm:prSet/>
      <dgm:spPr/>
      <dgm:t>
        <a:bodyPr/>
        <a:lstStyle/>
        <a:p>
          <a:endParaRPr lang="en-US"/>
        </a:p>
      </dgm:t>
    </dgm:pt>
    <dgm:pt modelId="{8CCB9225-EDC9-4AB6-8B67-3D9A5DFDC43A}">
      <dgm:prSet/>
      <dgm:spPr/>
      <dgm:t>
        <a:bodyPr/>
        <a:lstStyle/>
        <a:p>
          <a:r>
            <a:rPr lang="en-US" dirty="0" err="1"/>
            <a:t>Mengapa</a:t>
          </a:r>
          <a:r>
            <a:rPr lang="en-US" dirty="0"/>
            <a:t> ? Karena di </a:t>
          </a:r>
          <a:r>
            <a:rPr lang="en-US" dirty="0" err="1"/>
            <a:t>sini</a:t>
          </a:r>
          <a:r>
            <a:rPr lang="en-US" dirty="0"/>
            <a:t> </a:t>
          </a:r>
          <a:r>
            <a:rPr lang="en-US" dirty="0" err="1"/>
            <a:t>anda</a:t>
          </a:r>
          <a:r>
            <a:rPr lang="en-US" dirty="0"/>
            <a:t> </a:t>
          </a:r>
          <a:r>
            <a:rPr lang="en-US" dirty="0" err="1"/>
            <a:t>akan</a:t>
          </a:r>
          <a:r>
            <a:rPr lang="en-US" dirty="0"/>
            <a:t> </a:t>
          </a:r>
          <a:r>
            <a:rPr lang="en-US" dirty="0" err="1"/>
            <a:t>menyelesaikan</a:t>
          </a:r>
          <a:r>
            <a:rPr lang="en-US" dirty="0"/>
            <a:t> </a:t>
          </a:r>
          <a:r>
            <a:rPr lang="en-US" dirty="0" err="1"/>
            <a:t>setengah</a:t>
          </a:r>
          <a:r>
            <a:rPr lang="en-US" dirty="0"/>
            <a:t> </a:t>
          </a:r>
          <a:r>
            <a:rPr lang="en-US" dirty="0" err="1"/>
            <a:t>Tugas</a:t>
          </a:r>
          <a:r>
            <a:rPr lang="en-US" dirty="0"/>
            <a:t> </a:t>
          </a:r>
          <a:r>
            <a:rPr lang="en-US" dirty="0" err="1"/>
            <a:t>Akhir</a:t>
          </a:r>
          <a:r>
            <a:rPr lang="en-US" dirty="0"/>
            <a:t> </a:t>
          </a:r>
          <a:r>
            <a:rPr lang="en-US" dirty="0" err="1"/>
            <a:t>anda</a:t>
          </a:r>
          <a:endParaRPr lang="en-US" dirty="0"/>
        </a:p>
      </dgm:t>
    </dgm:pt>
    <dgm:pt modelId="{F4B9CB6A-AA7B-4FDC-9BBB-B5DA6536334A}" type="parTrans" cxnId="{A4761E34-221A-4F74-A312-6E5F8AD65D14}">
      <dgm:prSet/>
      <dgm:spPr/>
      <dgm:t>
        <a:bodyPr/>
        <a:lstStyle/>
        <a:p>
          <a:endParaRPr lang="en-US"/>
        </a:p>
      </dgm:t>
    </dgm:pt>
    <dgm:pt modelId="{3895692E-4C0D-4A04-AFDF-84DD734F3DAE}" type="sibTrans" cxnId="{A4761E34-221A-4F74-A312-6E5F8AD65D14}">
      <dgm:prSet/>
      <dgm:spPr/>
      <dgm:t>
        <a:bodyPr/>
        <a:lstStyle/>
        <a:p>
          <a:endParaRPr lang="en-US"/>
        </a:p>
      </dgm:t>
    </dgm:pt>
    <dgm:pt modelId="{E7EBC6E0-8CB0-4019-A60B-CFB36A73AF63}" type="pres">
      <dgm:prSet presAssocID="{D158558D-BE4C-4963-BC24-448B821310F4}" presName="root" presStyleCnt="0">
        <dgm:presLayoutVars>
          <dgm:dir/>
          <dgm:resizeHandles val="exact"/>
        </dgm:presLayoutVars>
      </dgm:prSet>
      <dgm:spPr/>
    </dgm:pt>
    <dgm:pt modelId="{D014E717-0608-428C-A684-C4559D00F20D}" type="pres">
      <dgm:prSet presAssocID="{1B2EEE78-85AF-450E-A6E4-DD66BB692E86}" presName="compNode" presStyleCnt="0"/>
      <dgm:spPr/>
    </dgm:pt>
    <dgm:pt modelId="{232A4D58-EA91-4BA0-899C-C99BDE1508D0}" type="pres">
      <dgm:prSet presAssocID="{1B2EEE78-85AF-450E-A6E4-DD66BB692E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3A445F26-61DD-46AF-85B9-1E3EAF7DD2A2}" type="pres">
      <dgm:prSet presAssocID="{1B2EEE78-85AF-450E-A6E4-DD66BB692E86}" presName="spaceRect" presStyleCnt="0"/>
      <dgm:spPr/>
    </dgm:pt>
    <dgm:pt modelId="{5FE3B5FA-08AE-4893-BBE6-BFF6786A0779}" type="pres">
      <dgm:prSet presAssocID="{1B2EEE78-85AF-450E-A6E4-DD66BB692E86}" presName="textRect" presStyleLbl="revTx" presStyleIdx="0" presStyleCnt="2" custScaleY="105837">
        <dgm:presLayoutVars>
          <dgm:chMax val="1"/>
          <dgm:chPref val="1"/>
        </dgm:presLayoutVars>
      </dgm:prSet>
      <dgm:spPr/>
    </dgm:pt>
    <dgm:pt modelId="{A48FADCD-02E5-4776-9122-966B110CB679}" type="pres">
      <dgm:prSet presAssocID="{89CFFBA6-36DC-42FB-9BEF-256065580E50}" presName="sibTrans" presStyleCnt="0"/>
      <dgm:spPr/>
    </dgm:pt>
    <dgm:pt modelId="{F5B1C817-BB62-442B-BE60-4BFA93EE573D}" type="pres">
      <dgm:prSet presAssocID="{8CCB9225-EDC9-4AB6-8B67-3D9A5DFDC43A}" presName="compNode" presStyleCnt="0"/>
      <dgm:spPr/>
    </dgm:pt>
    <dgm:pt modelId="{D78243A2-CFEE-4450-9D86-0329696A9972}" type="pres">
      <dgm:prSet presAssocID="{8CCB9225-EDC9-4AB6-8B67-3D9A5DFDC43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ABF7EAF-3ECD-44FB-9D56-211988ACE25A}" type="pres">
      <dgm:prSet presAssocID="{8CCB9225-EDC9-4AB6-8B67-3D9A5DFDC43A}" presName="spaceRect" presStyleCnt="0"/>
      <dgm:spPr/>
    </dgm:pt>
    <dgm:pt modelId="{02145EEF-A8B4-49A9-8B56-DCD76563A43C}" type="pres">
      <dgm:prSet presAssocID="{8CCB9225-EDC9-4AB6-8B67-3D9A5DFDC43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CC14A09-C65A-4E3E-9A73-76657344CD8A}" srcId="{D158558D-BE4C-4963-BC24-448B821310F4}" destId="{1B2EEE78-85AF-450E-A6E4-DD66BB692E86}" srcOrd="0" destOrd="0" parTransId="{3C60FDC1-69BD-42BA-B6BB-A8467D9453A9}" sibTransId="{89CFFBA6-36DC-42FB-9BEF-256065580E50}"/>
    <dgm:cxn modelId="{A4761E34-221A-4F74-A312-6E5F8AD65D14}" srcId="{D158558D-BE4C-4963-BC24-448B821310F4}" destId="{8CCB9225-EDC9-4AB6-8B67-3D9A5DFDC43A}" srcOrd="1" destOrd="0" parTransId="{F4B9CB6A-AA7B-4FDC-9BBB-B5DA6536334A}" sibTransId="{3895692E-4C0D-4A04-AFDF-84DD734F3DAE}"/>
    <dgm:cxn modelId="{7C2F1969-3A4E-440B-8EA8-D87C67437D69}" type="presOf" srcId="{8CCB9225-EDC9-4AB6-8B67-3D9A5DFDC43A}" destId="{02145EEF-A8B4-49A9-8B56-DCD76563A43C}" srcOrd="0" destOrd="0" presId="urn:microsoft.com/office/officeart/2018/2/layout/IconLabelList"/>
    <dgm:cxn modelId="{D8EC0D9D-048A-4D84-A527-31E2324BD979}" type="presOf" srcId="{D158558D-BE4C-4963-BC24-448B821310F4}" destId="{E7EBC6E0-8CB0-4019-A60B-CFB36A73AF63}" srcOrd="0" destOrd="0" presId="urn:microsoft.com/office/officeart/2018/2/layout/IconLabelList"/>
    <dgm:cxn modelId="{E23014A7-D91B-4AAA-9812-165877487414}" type="presOf" srcId="{1B2EEE78-85AF-450E-A6E4-DD66BB692E86}" destId="{5FE3B5FA-08AE-4893-BBE6-BFF6786A0779}" srcOrd="0" destOrd="0" presId="urn:microsoft.com/office/officeart/2018/2/layout/IconLabelList"/>
    <dgm:cxn modelId="{4CFADD98-BA58-4ECA-8337-1C4FAF82C285}" type="presParOf" srcId="{E7EBC6E0-8CB0-4019-A60B-CFB36A73AF63}" destId="{D014E717-0608-428C-A684-C4559D00F20D}" srcOrd="0" destOrd="0" presId="urn:microsoft.com/office/officeart/2018/2/layout/IconLabelList"/>
    <dgm:cxn modelId="{E4369E53-EE11-4BC1-B39E-FAFDE2D9AEE1}" type="presParOf" srcId="{D014E717-0608-428C-A684-C4559D00F20D}" destId="{232A4D58-EA91-4BA0-899C-C99BDE1508D0}" srcOrd="0" destOrd="0" presId="urn:microsoft.com/office/officeart/2018/2/layout/IconLabelList"/>
    <dgm:cxn modelId="{1F5FF2E5-61EF-437F-A336-D04AD0728149}" type="presParOf" srcId="{D014E717-0608-428C-A684-C4559D00F20D}" destId="{3A445F26-61DD-46AF-85B9-1E3EAF7DD2A2}" srcOrd="1" destOrd="0" presId="urn:microsoft.com/office/officeart/2018/2/layout/IconLabelList"/>
    <dgm:cxn modelId="{45073F7D-9D34-4B21-A5CD-C176767D9FBF}" type="presParOf" srcId="{D014E717-0608-428C-A684-C4559D00F20D}" destId="{5FE3B5FA-08AE-4893-BBE6-BFF6786A0779}" srcOrd="2" destOrd="0" presId="urn:microsoft.com/office/officeart/2018/2/layout/IconLabelList"/>
    <dgm:cxn modelId="{1C86CCD8-4D9C-4051-81E1-4F39EB06B612}" type="presParOf" srcId="{E7EBC6E0-8CB0-4019-A60B-CFB36A73AF63}" destId="{A48FADCD-02E5-4776-9122-966B110CB679}" srcOrd="1" destOrd="0" presId="urn:microsoft.com/office/officeart/2018/2/layout/IconLabelList"/>
    <dgm:cxn modelId="{256DB0D8-75B7-4DFA-8339-EC828CDFE79E}" type="presParOf" srcId="{E7EBC6E0-8CB0-4019-A60B-CFB36A73AF63}" destId="{F5B1C817-BB62-442B-BE60-4BFA93EE573D}" srcOrd="2" destOrd="0" presId="urn:microsoft.com/office/officeart/2018/2/layout/IconLabelList"/>
    <dgm:cxn modelId="{D2A36616-44D5-4050-BE41-9015CDFED587}" type="presParOf" srcId="{F5B1C817-BB62-442B-BE60-4BFA93EE573D}" destId="{D78243A2-CFEE-4450-9D86-0329696A9972}" srcOrd="0" destOrd="0" presId="urn:microsoft.com/office/officeart/2018/2/layout/IconLabelList"/>
    <dgm:cxn modelId="{65DDEF44-1AF7-4CBD-9B11-5FA0C2F23F40}" type="presParOf" srcId="{F5B1C817-BB62-442B-BE60-4BFA93EE573D}" destId="{9ABF7EAF-3ECD-44FB-9D56-211988ACE25A}" srcOrd="1" destOrd="0" presId="urn:microsoft.com/office/officeart/2018/2/layout/IconLabelList"/>
    <dgm:cxn modelId="{4129C00D-A422-4B60-9F05-E28418AEFE06}" type="presParOf" srcId="{F5B1C817-BB62-442B-BE60-4BFA93EE573D}" destId="{02145EEF-A8B4-49A9-8B56-DCD76563A4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9B6DC5-6893-4C6A-86FB-F06E43C71141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979D8F-B887-4441-8FF4-A189799DB5A3}">
      <dgm:prSet custT="1"/>
      <dgm:spPr/>
      <dgm:t>
        <a:bodyPr/>
        <a:lstStyle/>
        <a:p>
          <a:r>
            <a:rPr lang="id-ID" sz="2400" dirty="0"/>
            <a:t>Mahasiswa dianggap hadir jika hadir </a:t>
          </a:r>
          <a:r>
            <a:rPr lang="id-ID" sz="2400" b="1" dirty="0"/>
            <a:t>tepat waktu</a:t>
          </a:r>
          <a:endParaRPr lang="en-US" sz="2400" b="1" dirty="0"/>
        </a:p>
        <a:p>
          <a:r>
            <a:rPr lang="en-US" sz="2400" dirty="0"/>
            <a:t>(</a:t>
          </a:r>
          <a:r>
            <a:rPr lang="en-US" sz="2400" dirty="0" err="1"/>
            <a:t>toleransi</a:t>
          </a:r>
          <a:r>
            <a:rPr lang="en-US" sz="2400" dirty="0"/>
            <a:t> 15 </a:t>
          </a:r>
          <a:r>
            <a:rPr lang="en-US" sz="2400" dirty="0" err="1"/>
            <a:t>menit</a:t>
          </a:r>
          <a:r>
            <a:rPr lang="en-US" sz="2400" dirty="0"/>
            <a:t>)</a:t>
          </a:r>
          <a:r>
            <a:rPr lang="id-ID" sz="2000" dirty="0"/>
            <a:t> </a:t>
          </a:r>
          <a:endParaRPr lang="en-US" sz="2000" dirty="0"/>
        </a:p>
      </dgm:t>
    </dgm:pt>
    <dgm:pt modelId="{0AC063AC-7437-4557-8E44-4C88A3CF66D4}" type="parTrans" cxnId="{B60588E1-F430-4F40-A061-F1E55D51A739}">
      <dgm:prSet/>
      <dgm:spPr/>
      <dgm:t>
        <a:bodyPr/>
        <a:lstStyle/>
        <a:p>
          <a:endParaRPr lang="en-US"/>
        </a:p>
      </dgm:t>
    </dgm:pt>
    <dgm:pt modelId="{5FABE284-F4E5-48D2-9C33-90AA869833CB}" type="sibTrans" cxnId="{B60588E1-F430-4F40-A061-F1E55D51A73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B927784-16CB-4A21-A672-714E8173FF80}">
      <dgm:prSet/>
      <dgm:spPr/>
      <dgm:t>
        <a:bodyPr/>
        <a:lstStyle/>
        <a:p>
          <a:r>
            <a:rPr lang="id-ID" dirty="0"/>
            <a:t>Plagiarisme dalam salah satu tugas </a:t>
          </a:r>
          <a:endParaRPr lang="en-US" dirty="0"/>
        </a:p>
        <a:p>
          <a:r>
            <a:rPr lang="en-US" dirty="0"/>
            <a:t>= </a:t>
          </a:r>
          <a:r>
            <a:rPr lang="en-US" b="1" dirty="0"/>
            <a:t>NA 0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b="1" dirty="0" err="1"/>
            <a:t>Metpen</a:t>
          </a:r>
          <a:endParaRPr lang="en-US" b="1" dirty="0"/>
        </a:p>
      </dgm:t>
    </dgm:pt>
    <dgm:pt modelId="{3C554D02-BA6A-4441-9757-F2E6F77AE970}" type="parTrans" cxnId="{E742B101-0F94-48D5-9A9B-4AF8A07BBED2}">
      <dgm:prSet/>
      <dgm:spPr/>
      <dgm:t>
        <a:bodyPr/>
        <a:lstStyle/>
        <a:p>
          <a:endParaRPr lang="en-US"/>
        </a:p>
      </dgm:t>
    </dgm:pt>
    <dgm:pt modelId="{6C05B59C-EFFF-4681-8937-B4BAF6BDDA5B}" type="sibTrans" cxnId="{E742B101-0F94-48D5-9A9B-4AF8A07BBED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AE7A42B-2524-489E-9C5A-7CC3BBB52A5E}" type="pres">
      <dgm:prSet presAssocID="{6E9B6DC5-6893-4C6A-86FB-F06E43C71141}" presName="Name0" presStyleCnt="0">
        <dgm:presLayoutVars>
          <dgm:animLvl val="lvl"/>
          <dgm:resizeHandles val="exact"/>
        </dgm:presLayoutVars>
      </dgm:prSet>
      <dgm:spPr/>
    </dgm:pt>
    <dgm:pt modelId="{CF3A367A-7356-4FC9-9E96-A8292AAC93B6}" type="pres">
      <dgm:prSet presAssocID="{71979D8F-B887-4441-8FF4-A189799DB5A3}" presName="compositeNode" presStyleCnt="0">
        <dgm:presLayoutVars>
          <dgm:bulletEnabled val="1"/>
        </dgm:presLayoutVars>
      </dgm:prSet>
      <dgm:spPr/>
    </dgm:pt>
    <dgm:pt modelId="{7D4FF7E0-A8EC-4B14-81C2-BD2127FDFF78}" type="pres">
      <dgm:prSet presAssocID="{71979D8F-B887-4441-8FF4-A189799DB5A3}" presName="bgRect" presStyleLbl="bgAccFollowNode1" presStyleIdx="0" presStyleCnt="2"/>
      <dgm:spPr/>
    </dgm:pt>
    <dgm:pt modelId="{4D981F25-0B40-481B-ABEF-F7B88DAD0AEA}" type="pres">
      <dgm:prSet presAssocID="{5FABE284-F4E5-48D2-9C33-90AA869833C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FC06C859-696C-4FAC-9907-009537DA050E}" type="pres">
      <dgm:prSet presAssocID="{71979D8F-B887-4441-8FF4-A189799DB5A3}" presName="bottomLine" presStyleLbl="alignNode1" presStyleIdx="1" presStyleCnt="4">
        <dgm:presLayoutVars/>
      </dgm:prSet>
      <dgm:spPr/>
    </dgm:pt>
    <dgm:pt modelId="{DCC1DD7B-3EDA-4920-8069-343FED8270D2}" type="pres">
      <dgm:prSet presAssocID="{71979D8F-B887-4441-8FF4-A189799DB5A3}" presName="nodeText" presStyleLbl="bgAccFollowNode1" presStyleIdx="0" presStyleCnt="2">
        <dgm:presLayoutVars>
          <dgm:bulletEnabled val="1"/>
        </dgm:presLayoutVars>
      </dgm:prSet>
      <dgm:spPr/>
    </dgm:pt>
    <dgm:pt modelId="{78180E02-CACA-4C26-A284-AB1EA940F66A}" type="pres">
      <dgm:prSet presAssocID="{5FABE284-F4E5-48D2-9C33-90AA869833CB}" presName="sibTrans" presStyleCnt="0"/>
      <dgm:spPr/>
    </dgm:pt>
    <dgm:pt modelId="{52840386-4A54-4A03-9367-323FBD8F058D}" type="pres">
      <dgm:prSet presAssocID="{5B927784-16CB-4A21-A672-714E8173FF80}" presName="compositeNode" presStyleCnt="0">
        <dgm:presLayoutVars>
          <dgm:bulletEnabled val="1"/>
        </dgm:presLayoutVars>
      </dgm:prSet>
      <dgm:spPr/>
    </dgm:pt>
    <dgm:pt modelId="{A652CD75-0AF5-4695-A107-59FB2059D797}" type="pres">
      <dgm:prSet presAssocID="{5B927784-16CB-4A21-A672-714E8173FF80}" presName="bgRect" presStyleLbl="bgAccFollowNode1" presStyleIdx="1" presStyleCnt="2"/>
      <dgm:spPr/>
    </dgm:pt>
    <dgm:pt modelId="{7F5BD9BF-7797-4084-BEF3-B9D6979D8DAF}" type="pres">
      <dgm:prSet presAssocID="{6C05B59C-EFFF-4681-8937-B4BAF6BDDA5B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1C2C783D-C8B2-4BCC-AEDC-CC1130619470}" type="pres">
      <dgm:prSet presAssocID="{5B927784-16CB-4A21-A672-714E8173FF80}" presName="bottomLine" presStyleLbl="alignNode1" presStyleIdx="3" presStyleCnt="4">
        <dgm:presLayoutVars/>
      </dgm:prSet>
      <dgm:spPr/>
    </dgm:pt>
    <dgm:pt modelId="{D9BDA791-2A79-4D04-8715-33C2F941A2EB}" type="pres">
      <dgm:prSet presAssocID="{5B927784-16CB-4A21-A672-714E8173FF80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E742B101-0F94-48D5-9A9B-4AF8A07BBED2}" srcId="{6E9B6DC5-6893-4C6A-86FB-F06E43C71141}" destId="{5B927784-16CB-4A21-A672-714E8173FF80}" srcOrd="1" destOrd="0" parTransId="{3C554D02-BA6A-4441-9757-F2E6F77AE970}" sibTransId="{6C05B59C-EFFF-4681-8937-B4BAF6BDDA5B}"/>
    <dgm:cxn modelId="{9C3D1E19-A30B-42FF-9D66-27835187CE07}" type="presOf" srcId="{5B927784-16CB-4A21-A672-714E8173FF80}" destId="{D9BDA791-2A79-4D04-8715-33C2F941A2EB}" srcOrd="1" destOrd="0" presId="urn:microsoft.com/office/officeart/2016/7/layout/BasicLinearProcessNumbered"/>
    <dgm:cxn modelId="{EE35F04C-EDAC-46A7-9719-7870CB939036}" type="presOf" srcId="{5FABE284-F4E5-48D2-9C33-90AA869833CB}" destId="{4D981F25-0B40-481B-ABEF-F7B88DAD0AEA}" srcOrd="0" destOrd="0" presId="urn:microsoft.com/office/officeart/2016/7/layout/BasicLinearProcessNumbered"/>
    <dgm:cxn modelId="{C0B14F55-0CCA-433C-8CEA-D62AE62D8813}" type="presOf" srcId="{6E9B6DC5-6893-4C6A-86FB-F06E43C71141}" destId="{9AE7A42B-2524-489E-9C5A-7CC3BBB52A5E}" srcOrd="0" destOrd="0" presId="urn:microsoft.com/office/officeart/2016/7/layout/BasicLinearProcessNumbered"/>
    <dgm:cxn modelId="{BD4C9CB5-575F-4938-83AB-4239FE937D67}" type="presOf" srcId="{6C05B59C-EFFF-4681-8937-B4BAF6BDDA5B}" destId="{7F5BD9BF-7797-4084-BEF3-B9D6979D8DAF}" srcOrd="0" destOrd="0" presId="urn:microsoft.com/office/officeart/2016/7/layout/BasicLinearProcessNumbered"/>
    <dgm:cxn modelId="{EEBA2BD5-D7AC-4A20-BF03-E4504EC2AA66}" type="presOf" srcId="{71979D8F-B887-4441-8FF4-A189799DB5A3}" destId="{DCC1DD7B-3EDA-4920-8069-343FED8270D2}" srcOrd="1" destOrd="0" presId="urn:microsoft.com/office/officeart/2016/7/layout/BasicLinearProcessNumbered"/>
    <dgm:cxn modelId="{B60588E1-F430-4F40-A061-F1E55D51A739}" srcId="{6E9B6DC5-6893-4C6A-86FB-F06E43C71141}" destId="{71979D8F-B887-4441-8FF4-A189799DB5A3}" srcOrd="0" destOrd="0" parTransId="{0AC063AC-7437-4557-8E44-4C88A3CF66D4}" sibTransId="{5FABE284-F4E5-48D2-9C33-90AA869833CB}"/>
    <dgm:cxn modelId="{7D36C2F1-C863-4CB5-8829-89273F04B6D9}" type="presOf" srcId="{5B927784-16CB-4A21-A672-714E8173FF80}" destId="{A652CD75-0AF5-4695-A107-59FB2059D797}" srcOrd="0" destOrd="0" presId="urn:microsoft.com/office/officeart/2016/7/layout/BasicLinearProcessNumbered"/>
    <dgm:cxn modelId="{8BF0D0F9-CBFF-4925-8365-634075CE24F2}" type="presOf" srcId="{71979D8F-B887-4441-8FF4-A189799DB5A3}" destId="{7D4FF7E0-A8EC-4B14-81C2-BD2127FDFF78}" srcOrd="0" destOrd="0" presId="urn:microsoft.com/office/officeart/2016/7/layout/BasicLinearProcessNumbered"/>
    <dgm:cxn modelId="{624BF6A1-89BB-41C4-B88F-6058AA94BC7E}" type="presParOf" srcId="{9AE7A42B-2524-489E-9C5A-7CC3BBB52A5E}" destId="{CF3A367A-7356-4FC9-9E96-A8292AAC93B6}" srcOrd="0" destOrd="0" presId="urn:microsoft.com/office/officeart/2016/7/layout/BasicLinearProcessNumbered"/>
    <dgm:cxn modelId="{3E899F16-B71A-48E7-80FE-56C666AACFEF}" type="presParOf" srcId="{CF3A367A-7356-4FC9-9E96-A8292AAC93B6}" destId="{7D4FF7E0-A8EC-4B14-81C2-BD2127FDFF78}" srcOrd="0" destOrd="0" presId="urn:microsoft.com/office/officeart/2016/7/layout/BasicLinearProcessNumbered"/>
    <dgm:cxn modelId="{32D352E5-628F-468A-A246-28925C74C8FC}" type="presParOf" srcId="{CF3A367A-7356-4FC9-9E96-A8292AAC93B6}" destId="{4D981F25-0B40-481B-ABEF-F7B88DAD0AEA}" srcOrd="1" destOrd="0" presId="urn:microsoft.com/office/officeart/2016/7/layout/BasicLinearProcessNumbered"/>
    <dgm:cxn modelId="{98E67453-6625-4F7B-A209-CF217E815CBB}" type="presParOf" srcId="{CF3A367A-7356-4FC9-9E96-A8292AAC93B6}" destId="{FC06C859-696C-4FAC-9907-009537DA050E}" srcOrd="2" destOrd="0" presId="urn:microsoft.com/office/officeart/2016/7/layout/BasicLinearProcessNumbered"/>
    <dgm:cxn modelId="{C3DF524A-57A9-4DBE-883E-28EEBA9577AD}" type="presParOf" srcId="{CF3A367A-7356-4FC9-9E96-A8292AAC93B6}" destId="{DCC1DD7B-3EDA-4920-8069-343FED8270D2}" srcOrd="3" destOrd="0" presId="urn:microsoft.com/office/officeart/2016/7/layout/BasicLinearProcessNumbered"/>
    <dgm:cxn modelId="{66E017E8-76B7-491E-A945-562F3BC9E717}" type="presParOf" srcId="{9AE7A42B-2524-489E-9C5A-7CC3BBB52A5E}" destId="{78180E02-CACA-4C26-A284-AB1EA940F66A}" srcOrd="1" destOrd="0" presId="urn:microsoft.com/office/officeart/2016/7/layout/BasicLinearProcessNumbered"/>
    <dgm:cxn modelId="{E5352B85-B68D-4464-AAC5-23F878989884}" type="presParOf" srcId="{9AE7A42B-2524-489E-9C5A-7CC3BBB52A5E}" destId="{52840386-4A54-4A03-9367-323FBD8F058D}" srcOrd="2" destOrd="0" presId="urn:microsoft.com/office/officeart/2016/7/layout/BasicLinearProcessNumbered"/>
    <dgm:cxn modelId="{8DFA6EFD-0B22-4537-9EEA-441E5D3DE4AB}" type="presParOf" srcId="{52840386-4A54-4A03-9367-323FBD8F058D}" destId="{A652CD75-0AF5-4695-A107-59FB2059D797}" srcOrd="0" destOrd="0" presId="urn:microsoft.com/office/officeart/2016/7/layout/BasicLinearProcessNumbered"/>
    <dgm:cxn modelId="{DC918448-C449-4C36-A7C3-584D566A2B81}" type="presParOf" srcId="{52840386-4A54-4A03-9367-323FBD8F058D}" destId="{7F5BD9BF-7797-4084-BEF3-B9D6979D8DAF}" srcOrd="1" destOrd="0" presId="urn:microsoft.com/office/officeart/2016/7/layout/BasicLinearProcessNumbered"/>
    <dgm:cxn modelId="{006D52B4-2EB2-4163-80E7-2D91DDA914F4}" type="presParOf" srcId="{52840386-4A54-4A03-9367-323FBD8F058D}" destId="{1C2C783D-C8B2-4BCC-AEDC-CC1130619470}" srcOrd="2" destOrd="0" presId="urn:microsoft.com/office/officeart/2016/7/layout/BasicLinearProcessNumbered"/>
    <dgm:cxn modelId="{035D6E26-C735-44D3-977E-0A306950291A}" type="presParOf" srcId="{52840386-4A54-4A03-9367-323FBD8F058D}" destId="{D9BDA791-2A79-4D04-8715-33C2F941A2E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9B6DC5-6893-4C6A-86FB-F06E43C71141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B927784-16CB-4A21-A672-714E8173FF80}">
      <dgm:prSet custT="1"/>
      <dgm:spPr>
        <a:solidFill>
          <a:srgbClr val="FF0000"/>
        </a:solidFill>
      </dgm:spPr>
      <dgm:t>
        <a:bodyPr/>
        <a:lstStyle/>
        <a:p>
          <a:r>
            <a:rPr lang="id-ID" sz="4000" dirty="0">
              <a:solidFill>
                <a:schemeClr val="tx1"/>
              </a:solidFill>
            </a:rPr>
            <a:t>Plagiarisme </a:t>
          </a:r>
          <a:r>
            <a:rPr lang="en-US" sz="4000" dirty="0">
              <a:solidFill>
                <a:schemeClr val="tx1"/>
              </a:solidFill>
            </a:rPr>
            <a:t>pada </a:t>
          </a:r>
          <a:r>
            <a:rPr lang="en-US" sz="4000" dirty="0" err="1">
              <a:solidFill>
                <a:schemeClr val="tx1"/>
              </a:solidFill>
            </a:rPr>
            <a:t>tugas</a:t>
          </a:r>
          <a:r>
            <a:rPr lang="en-US" sz="4000" dirty="0">
              <a:solidFill>
                <a:schemeClr val="tx1"/>
              </a:solidFill>
            </a:rPr>
            <a:t> UTS dan UAS = </a:t>
          </a:r>
          <a:r>
            <a:rPr lang="en-US" sz="4000" b="1" dirty="0">
              <a:solidFill>
                <a:schemeClr val="tx1"/>
              </a:solidFill>
            </a:rPr>
            <a:t>NA 0 (</a:t>
          </a:r>
          <a:r>
            <a:rPr lang="en-US" sz="4000" b="1" dirty="0" err="1">
              <a:solidFill>
                <a:schemeClr val="tx1"/>
              </a:solidFill>
            </a:rPr>
            <a:t>nol</a:t>
          </a:r>
          <a:r>
            <a:rPr lang="en-US" sz="4000" b="1" dirty="0">
              <a:solidFill>
                <a:schemeClr val="tx1"/>
              </a:solidFill>
            </a:rPr>
            <a:t>)</a:t>
          </a:r>
          <a:r>
            <a:rPr lang="en-US" sz="4000" dirty="0">
              <a:solidFill>
                <a:schemeClr val="tx1"/>
              </a:solidFill>
            </a:rPr>
            <a:t> </a:t>
          </a:r>
          <a:r>
            <a:rPr lang="en-US" sz="4000" dirty="0" err="1">
              <a:solidFill>
                <a:schemeClr val="tx1"/>
              </a:solidFill>
            </a:rPr>
            <a:t>untuk</a:t>
          </a:r>
          <a:r>
            <a:rPr lang="en-US" sz="4000" dirty="0">
              <a:solidFill>
                <a:schemeClr val="tx1"/>
              </a:solidFill>
            </a:rPr>
            <a:t> </a:t>
          </a:r>
          <a:r>
            <a:rPr lang="en-US" sz="4000" b="1" dirty="0">
              <a:solidFill>
                <a:schemeClr val="tx1"/>
              </a:solidFill>
            </a:rPr>
            <a:t>SEMUA</a:t>
          </a:r>
          <a:r>
            <a:rPr lang="en-US" sz="4000" dirty="0">
              <a:solidFill>
                <a:schemeClr val="tx1"/>
              </a:solidFill>
            </a:rPr>
            <a:t> </a:t>
          </a:r>
          <a:r>
            <a:rPr lang="en-US" sz="4000" dirty="0" err="1">
              <a:solidFill>
                <a:schemeClr val="tx1"/>
              </a:solidFill>
            </a:rPr>
            <a:t>mata</a:t>
          </a:r>
          <a:r>
            <a:rPr lang="en-US" sz="4000" dirty="0">
              <a:solidFill>
                <a:schemeClr val="tx1"/>
              </a:solidFill>
            </a:rPr>
            <a:t> </a:t>
          </a:r>
          <a:r>
            <a:rPr lang="en-US" sz="4000" dirty="0" err="1">
              <a:solidFill>
                <a:schemeClr val="tx1"/>
              </a:solidFill>
            </a:rPr>
            <a:t>kuliah</a:t>
          </a:r>
          <a:r>
            <a:rPr lang="en-US" sz="4000" dirty="0">
              <a:solidFill>
                <a:schemeClr val="tx1"/>
              </a:solidFill>
            </a:rPr>
            <a:t> yang </a:t>
          </a:r>
          <a:r>
            <a:rPr lang="en-US" sz="4000" dirty="0" err="1">
              <a:solidFill>
                <a:schemeClr val="tx1"/>
              </a:solidFill>
            </a:rPr>
            <a:t>telah</a:t>
          </a:r>
          <a:r>
            <a:rPr lang="en-US" sz="4000" dirty="0">
              <a:solidFill>
                <a:schemeClr val="tx1"/>
              </a:solidFill>
            </a:rPr>
            <a:t> </a:t>
          </a:r>
          <a:r>
            <a:rPr lang="en-US" sz="4000" dirty="0" err="1">
              <a:solidFill>
                <a:schemeClr val="tx1"/>
              </a:solidFill>
            </a:rPr>
            <a:t>diujikan</a:t>
          </a:r>
          <a:r>
            <a:rPr lang="en-US" sz="4000" dirty="0">
              <a:solidFill>
                <a:schemeClr val="tx1"/>
              </a:solidFill>
            </a:rPr>
            <a:t>.</a:t>
          </a:r>
        </a:p>
      </dgm:t>
    </dgm:pt>
    <dgm:pt modelId="{3C554D02-BA6A-4441-9757-F2E6F77AE970}" type="parTrans" cxnId="{E742B101-0F94-48D5-9A9B-4AF8A07BBED2}">
      <dgm:prSet/>
      <dgm:spPr/>
      <dgm:t>
        <a:bodyPr/>
        <a:lstStyle/>
        <a:p>
          <a:endParaRPr lang="en-US"/>
        </a:p>
      </dgm:t>
    </dgm:pt>
    <dgm:pt modelId="{6C05B59C-EFFF-4681-8937-B4BAF6BDDA5B}" type="sibTrans" cxnId="{E742B101-0F94-48D5-9A9B-4AF8A07BBED2}">
      <dgm:prSet phldrT="1" phldr="0"/>
      <dgm:spPr/>
      <dgm:t>
        <a:bodyPr/>
        <a:lstStyle/>
        <a:p>
          <a:r>
            <a:rPr lang="en-US"/>
            <a:t>1</a:t>
          </a:r>
          <a:endParaRPr lang="en-US" dirty="0"/>
        </a:p>
      </dgm:t>
    </dgm:pt>
    <dgm:pt modelId="{9AE7A42B-2524-489E-9C5A-7CC3BBB52A5E}" type="pres">
      <dgm:prSet presAssocID="{6E9B6DC5-6893-4C6A-86FB-F06E43C71141}" presName="Name0" presStyleCnt="0">
        <dgm:presLayoutVars>
          <dgm:animLvl val="lvl"/>
          <dgm:resizeHandles val="exact"/>
        </dgm:presLayoutVars>
      </dgm:prSet>
      <dgm:spPr/>
    </dgm:pt>
    <dgm:pt modelId="{52840386-4A54-4A03-9367-323FBD8F058D}" type="pres">
      <dgm:prSet presAssocID="{5B927784-16CB-4A21-A672-714E8173FF80}" presName="compositeNode" presStyleCnt="0">
        <dgm:presLayoutVars>
          <dgm:bulletEnabled val="1"/>
        </dgm:presLayoutVars>
      </dgm:prSet>
      <dgm:spPr/>
    </dgm:pt>
    <dgm:pt modelId="{A652CD75-0AF5-4695-A107-59FB2059D797}" type="pres">
      <dgm:prSet presAssocID="{5B927784-16CB-4A21-A672-714E8173FF80}" presName="bgRect" presStyleLbl="bgAccFollowNode1" presStyleIdx="0" presStyleCnt="1"/>
      <dgm:spPr/>
    </dgm:pt>
    <dgm:pt modelId="{7F5BD9BF-7797-4084-BEF3-B9D6979D8DAF}" type="pres">
      <dgm:prSet presAssocID="{6C05B59C-EFFF-4681-8937-B4BAF6BDDA5B}" presName="sibTransNodeCircle" presStyleLbl="alignNode1" presStyleIdx="0" presStyleCnt="2" custScaleX="110000">
        <dgm:presLayoutVars>
          <dgm:chMax val="0"/>
          <dgm:bulletEnabled/>
        </dgm:presLayoutVars>
      </dgm:prSet>
      <dgm:spPr/>
    </dgm:pt>
    <dgm:pt modelId="{1C2C783D-C8B2-4BCC-AEDC-CC1130619470}" type="pres">
      <dgm:prSet presAssocID="{5B927784-16CB-4A21-A672-714E8173FF80}" presName="bottomLine" presStyleLbl="alignNode1" presStyleIdx="1" presStyleCnt="2">
        <dgm:presLayoutVars/>
      </dgm:prSet>
      <dgm:spPr/>
    </dgm:pt>
    <dgm:pt modelId="{D9BDA791-2A79-4D04-8715-33C2F941A2EB}" type="pres">
      <dgm:prSet presAssocID="{5B927784-16CB-4A21-A672-714E8173FF80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E742B101-0F94-48D5-9A9B-4AF8A07BBED2}" srcId="{6E9B6DC5-6893-4C6A-86FB-F06E43C71141}" destId="{5B927784-16CB-4A21-A672-714E8173FF80}" srcOrd="0" destOrd="0" parTransId="{3C554D02-BA6A-4441-9757-F2E6F77AE970}" sibTransId="{6C05B59C-EFFF-4681-8937-B4BAF6BDDA5B}"/>
    <dgm:cxn modelId="{9C3D1E19-A30B-42FF-9D66-27835187CE07}" type="presOf" srcId="{5B927784-16CB-4A21-A672-714E8173FF80}" destId="{D9BDA791-2A79-4D04-8715-33C2F941A2EB}" srcOrd="1" destOrd="0" presId="urn:microsoft.com/office/officeart/2016/7/layout/BasicLinearProcessNumbered"/>
    <dgm:cxn modelId="{C0B14F55-0CCA-433C-8CEA-D62AE62D8813}" type="presOf" srcId="{6E9B6DC5-6893-4C6A-86FB-F06E43C71141}" destId="{9AE7A42B-2524-489E-9C5A-7CC3BBB52A5E}" srcOrd="0" destOrd="0" presId="urn:microsoft.com/office/officeart/2016/7/layout/BasicLinearProcessNumbered"/>
    <dgm:cxn modelId="{BD4C9CB5-575F-4938-83AB-4239FE937D67}" type="presOf" srcId="{6C05B59C-EFFF-4681-8937-B4BAF6BDDA5B}" destId="{7F5BD9BF-7797-4084-BEF3-B9D6979D8DAF}" srcOrd="0" destOrd="0" presId="urn:microsoft.com/office/officeart/2016/7/layout/BasicLinearProcessNumbered"/>
    <dgm:cxn modelId="{7D36C2F1-C863-4CB5-8829-89273F04B6D9}" type="presOf" srcId="{5B927784-16CB-4A21-A672-714E8173FF80}" destId="{A652CD75-0AF5-4695-A107-59FB2059D797}" srcOrd="0" destOrd="0" presId="urn:microsoft.com/office/officeart/2016/7/layout/BasicLinearProcessNumbered"/>
    <dgm:cxn modelId="{E5352B85-B68D-4464-AAC5-23F878989884}" type="presParOf" srcId="{9AE7A42B-2524-489E-9C5A-7CC3BBB52A5E}" destId="{52840386-4A54-4A03-9367-323FBD8F058D}" srcOrd="0" destOrd="0" presId="urn:microsoft.com/office/officeart/2016/7/layout/BasicLinearProcessNumbered"/>
    <dgm:cxn modelId="{8DFA6EFD-0B22-4537-9EEA-441E5D3DE4AB}" type="presParOf" srcId="{52840386-4A54-4A03-9367-323FBD8F058D}" destId="{A652CD75-0AF5-4695-A107-59FB2059D797}" srcOrd="0" destOrd="0" presId="urn:microsoft.com/office/officeart/2016/7/layout/BasicLinearProcessNumbered"/>
    <dgm:cxn modelId="{DC918448-C449-4C36-A7C3-584D566A2B81}" type="presParOf" srcId="{52840386-4A54-4A03-9367-323FBD8F058D}" destId="{7F5BD9BF-7797-4084-BEF3-B9D6979D8DAF}" srcOrd="1" destOrd="0" presId="urn:microsoft.com/office/officeart/2016/7/layout/BasicLinearProcessNumbered"/>
    <dgm:cxn modelId="{006D52B4-2EB2-4163-80E7-2D91DDA914F4}" type="presParOf" srcId="{52840386-4A54-4A03-9367-323FBD8F058D}" destId="{1C2C783D-C8B2-4BCC-AEDC-CC1130619470}" srcOrd="2" destOrd="0" presId="urn:microsoft.com/office/officeart/2016/7/layout/BasicLinearProcessNumbered"/>
    <dgm:cxn modelId="{035D6E26-C735-44D3-977E-0A306950291A}" type="presParOf" srcId="{52840386-4A54-4A03-9367-323FBD8F058D}" destId="{D9BDA791-2A79-4D04-8715-33C2F941A2E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FF27F6-B559-46B3-A8CC-9A2B88D293D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477E392-B715-42E9-B5C7-2F0EC46C10CF}">
      <dgm:prSet custT="1"/>
      <dgm:spPr/>
      <dgm:t>
        <a:bodyPr/>
        <a:lstStyle/>
        <a:p>
          <a:r>
            <a:rPr lang="en-US" sz="2800" dirty="0" err="1"/>
            <a:t>Ketika</a:t>
          </a:r>
          <a:r>
            <a:rPr lang="en-US" sz="2800" dirty="0"/>
            <a:t> </a:t>
          </a:r>
          <a:r>
            <a:rPr lang="en-US" sz="2800" dirty="0" err="1"/>
            <a:t>kita</a:t>
          </a:r>
          <a:r>
            <a:rPr lang="en-US" sz="2800" dirty="0"/>
            <a:t> </a:t>
          </a:r>
          <a:r>
            <a:rPr lang="en-US" sz="2800" dirty="0" err="1"/>
            <a:t>menerima</a:t>
          </a:r>
          <a:r>
            <a:rPr lang="en-US" sz="2800" dirty="0"/>
            <a:t> </a:t>
          </a:r>
          <a:r>
            <a:rPr lang="en-US" sz="2800" dirty="0" err="1"/>
            <a:t>sesuatu</a:t>
          </a:r>
          <a:r>
            <a:rPr lang="en-US" sz="2800" dirty="0"/>
            <a:t> </a:t>
          </a:r>
          <a:r>
            <a:rPr lang="en-US" sz="2800" dirty="0" err="1"/>
            <a:t>sebagai</a:t>
          </a:r>
          <a:r>
            <a:rPr lang="en-US" sz="2800" dirty="0"/>
            <a:t> </a:t>
          </a:r>
          <a:r>
            <a:rPr lang="en-US" sz="2800" dirty="0" err="1"/>
            <a:t>benar</a:t>
          </a:r>
          <a:r>
            <a:rPr lang="en-US" sz="2800" dirty="0"/>
            <a:t> </a:t>
          </a:r>
          <a:r>
            <a:rPr lang="en-US" sz="2800" dirty="0" err="1"/>
            <a:t>hanya</a:t>
          </a:r>
          <a:r>
            <a:rPr lang="en-US" sz="2800" dirty="0"/>
            <a:t> </a:t>
          </a:r>
          <a:r>
            <a:rPr lang="en-US" sz="2800" dirty="0" err="1"/>
            <a:t>karena</a:t>
          </a:r>
          <a:r>
            <a:rPr lang="en-US" sz="2800" dirty="0"/>
            <a:t> </a:t>
          </a:r>
          <a:r>
            <a:rPr lang="en-US" sz="2800" dirty="0" err="1"/>
            <a:t>seseorang</a:t>
          </a:r>
          <a:r>
            <a:rPr lang="en-US" sz="2800" dirty="0"/>
            <a:t> yang </a:t>
          </a:r>
          <a:r>
            <a:rPr lang="en-US" sz="2800" dirty="0" err="1"/>
            <a:t>memiliki</a:t>
          </a:r>
          <a:r>
            <a:rPr lang="en-US" sz="2800" dirty="0"/>
            <a:t> </a:t>
          </a:r>
          <a:r>
            <a:rPr lang="en-US" sz="2800" dirty="0" err="1"/>
            <a:t>otoritas</a:t>
          </a:r>
          <a:r>
            <a:rPr lang="en-US" sz="2800" dirty="0"/>
            <a:t> </a:t>
          </a:r>
          <a:r>
            <a:rPr lang="en-US" sz="2800" dirty="0" err="1"/>
            <a:t>mengatakan</a:t>
          </a:r>
          <a:r>
            <a:rPr lang="en-US" sz="2800" dirty="0"/>
            <a:t> </a:t>
          </a:r>
          <a:r>
            <a:rPr lang="en-US" sz="2800" dirty="0" err="1"/>
            <a:t>bahwa</a:t>
          </a:r>
          <a:r>
            <a:rPr lang="en-US" sz="2800" dirty="0"/>
            <a:t> </a:t>
          </a:r>
          <a:r>
            <a:rPr lang="en-US" sz="2800" dirty="0" err="1"/>
            <a:t>hal</a:t>
          </a:r>
          <a:r>
            <a:rPr lang="en-US" sz="2800" dirty="0"/>
            <a:t> </a:t>
          </a:r>
          <a:r>
            <a:rPr lang="en-US" sz="2800" dirty="0" err="1"/>
            <a:t>tersebut</a:t>
          </a:r>
          <a:r>
            <a:rPr lang="en-US" sz="2800" dirty="0"/>
            <a:t> </a:t>
          </a:r>
          <a:r>
            <a:rPr lang="en-US" sz="2800" dirty="0" err="1"/>
            <a:t>benar</a:t>
          </a:r>
          <a:r>
            <a:rPr lang="en-US" sz="2800" dirty="0"/>
            <a:t>.</a:t>
          </a:r>
        </a:p>
      </dgm:t>
    </dgm:pt>
    <dgm:pt modelId="{C762F56E-180F-4DC3-9275-AC75EEAA4EE9}" type="parTrans" cxnId="{666BD00A-5D0D-4D93-9784-085DED766E6A}">
      <dgm:prSet/>
      <dgm:spPr/>
      <dgm:t>
        <a:bodyPr/>
        <a:lstStyle/>
        <a:p>
          <a:endParaRPr lang="en-US"/>
        </a:p>
      </dgm:t>
    </dgm:pt>
    <dgm:pt modelId="{CBC5053F-4C6A-4DCD-9403-2FD93451895C}" type="sibTrans" cxnId="{666BD00A-5D0D-4D93-9784-085DED766E6A}">
      <dgm:prSet/>
      <dgm:spPr/>
      <dgm:t>
        <a:bodyPr/>
        <a:lstStyle/>
        <a:p>
          <a:endParaRPr lang="en-US"/>
        </a:p>
      </dgm:t>
    </dgm:pt>
    <dgm:pt modelId="{BBACB9FD-ECA1-4C49-A3C4-CC82C3E631AF}">
      <dgm:prSet custT="1"/>
      <dgm:spPr/>
      <dgm:t>
        <a:bodyPr/>
        <a:lstStyle/>
        <a:p>
          <a:r>
            <a:rPr lang="en-US" sz="2800" dirty="0" err="1"/>
            <a:t>Sumber</a:t>
          </a:r>
          <a:r>
            <a:rPr lang="en-US" sz="2800" dirty="0"/>
            <a:t> yang </a:t>
          </a:r>
          <a:r>
            <a:rPr lang="en-US" sz="2800" dirty="0" err="1"/>
            <a:t>memiliki</a:t>
          </a:r>
          <a:r>
            <a:rPr lang="en-US" sz="2800" dirty="0"/>
            <a:t> </a:t>
          </a:r>
          <a:r>
            <a:rPr lang="en-US" sz="2800" dirty="0" err="1"/>
            <a:t>otoritas</a:t>
          </a:r>
          <a:r>
            <a:rPr lang="en-US" sz="2800" dirty="0"/>
            <a:t> </a:t>
          </a:r>
          <a:r>
            <a:rPr lang="en-US" sz="2800" dirty="0" err="1"/>
            <a:t>meliputi</a:t>
          </a:r>
          <a:r>
            <a:rPr lang="en-US" sz="2800" dirty="0"/>
            <a:t> orang </a:t>
          </a:r>
          <a:r>
            <a:rPr lang="en-US" sz="2800" dirty="0" err="1"/>
            <a:t>tua</a:t>
          </a:r>
          <a:r>
            <a:rPr lang="en-US" sz="2800" dirty="0"/>
            <a:t>, guru, </a:t>
          </a:r>
          <a:r>
            <a:rPr lang="en-US" sz="2800" dirty="0" err="1"/>
            <a:t>ahli</a:t>
          </a:r>
          <a:r>
            <a:rPr lang="en-US" sz="2800" dirty="0"/>
            <a:t>, </a:t>
          </a:r>
          <a:r>
            <a:rPr lang="en-US" sz="2800" dirty="0" err="1"/>
            <a:t>pemerintah</a:t>
          </a:r>
          <a:r>
            <a:rPr lang="en-US" sz="2800" dirty="0"/>
            <a:t>, </a:t>
          </a:r>
          <a:r>
            <a:rPr lang="id-ID" sz="2800" dirty="0"/>
            <a:t>pemimpin agama, dll</a:t>
          </a:r>
          <a:endParaRPr lang="en-US" sz="2800" dirty="0"/>
        </a:p>
      </dgm:t>
    </dgm:pt>
    <dgm:pt modelId="{241A09A0-98CC-4085-87A2-0D674291E9EE}" type="parTrans" cxnId="{E5EB0277-30F7-4205-A84F-DDE48EB0F927}">
      <dgm:prSet/>
      <dgm:spPr/>
      <dgm:t>
        <a:bodyPr/>
        <a:lstStyle/>
        <a:p>
          <a:endParaRPr lang="en-US"/>
        </a:p>
      </dgm:t>
    </dgm:pt>
    <dgm:pt modelId="{306BBD96-4E5B-4177-8571-91F472EFD8B4}" type="sibTrans" cxnId="{E5EB0277-30F7-4205-A84F-DDE48EB0F927}">
      <dgm:prSet/>
      <dgm:spPr/>
      <dgm:t>
        <a:bodyPr/>
        <a:lstStyle/>
        <a:p>
          <a:endParaRPr lang="en-US"/>
        </a:p>
      </dgm:t>
    </dgm:pt>
    <dgm:pt modelId="{245D32FC-F381-45D7-98E1-8A4BA7111390}">
      <dgm:prSet/>
      <dgm:spPr/>
      <dgm:t>
        <a:bodyPr/>
        <a:lstStyle/>
        <a:p>
          <a:r>
            <a:rPr lang="en-US"/>
            <a:t>Contoh:</a:t>
          </a:r>
        </a:p>
      </dgm:t>
    </dgm:pt>
    <dgm:pt modelId="{2CB01874-1F59-430C-8D0C-C71DFCE35BEF}" type="parTrans" cxnId="{B6ED44F1-DC8B-4A6D-950F-10412E6C70BE}">
      <dgm:prSet/>
      <dgm:spPr/>
      <dgm:t>
        <a:bodyPr/>
        <a:lstStyle/>
        <a:p>
          <a:endParaRPr lang="en-US"/>
        </a:p>
      </dgm:t>
    </dgm:pt>
    <dgm:pt modelId="{6394F8A2-8398-40A1-9ED4-AE4560B6609F}" type="sibTrans" cxnId="{B6ED44F1-DC8B-4A6D-950F-10412E6C70BE}">
      <dgm:prSet/>
      <dgm:spPr/>
      <dgm:t>
        <a:bodyPr/>
        <a:lstStyle/>
        <a:p>
          <a:endParaRPr lang="en-US"/>
        </a:p>
      </dgm:t>
    </dgm:pt>
    <dgm:pt modelId="{747C301B-BFB6-4F0C-8F9C-04BBE50E5CF0}">
      <dgm:prSet custT="1"/>
      <dgm:spPr/>
      <dgm:t>
        <a:bodyPr/>
        <a:lstStyle/>
        <a:p>
          <a:r>
            <a:rPr lang="en-US" sz="1800" dirty="0"/>
            <a:t>Para </a:t>
          </a:r>
          <a:r>
            <a:rPr lang="en-US" sz="1800" dirty="0" err="1"/>
            <a:t>ahli</a:t>
          </a:r>
          <a:r>
            <a:rPr lang="en-US" sz="1800" dirty="0"/>
            <a:t> </a:t>
          </a:r>
          <a:r>
            <a:rPr lang="en-US" sz="1800" dirty="0" err="1"/>
            <a:t>pernah</a:t>
          </a:r>
          <a:r>
            <a:rPr lang="en-US" sz="1800" dirty="0"/>
            <a:t> </a:t>
          </a:r>
          <a:r>
            <a:rPr lang="en-US" sz="1800" dirty="0" err="1"/>
            <a:t>mengakui</a:t>
          </a:r>
          <a:r>
            <a:rPr lang="en-US" sz="1800" dirty="0"/>
            <a:t> </a:t>
          </a:r>
          <a:r>
            <a:rPr lang="en-US" sz="1800" dirty="0" err="1"/>
            <a:t>metode</a:t>
          </a:r>
          <a:r>
            <a:rPr lang="en-US" sz="1800" dirty="0"/>
            <a:t> </a:t>
          </a:r>
          <a:r>
            <a:rPr lang="en-US" sz="1800" i="1" dirty="0"/>
            <a:t>blood-letting </a:t>
          </a:r>
          <a:r>
            <a:rPr lang="en-US" sz="1800" dirty="0" err="1"/>
            <a:t>sebagai</a:t>
          </a:r>
          <a:r>
            <a:rPr lang="en-US" sz="1800" dirty="0"/>
            <a:t> </a:t>
          </a:r>
          <a:r>
            <a:rPr lang="en-US" sz="1800" dirty="0" err="1"/>
            <a:t>metode</a:t>
          </a:r>
          <a:r>
            <a:rPr lang="en-US" sz="1800" dirty="0"/>
            <a:t> </a:t>
          </a:r>
          <a:r>
            <a:rPr lang="en-US" sz="1800" dirty="0" err="1"/>
            <a:t>penyembuhan</a:t>
          </a:r>
          <a:endParaRPr lang="en-US" sz="1800" dirty="0"/>
        </a:p>
      </dgm:t>
    </dgm:pt>
    <dgm:pt modelId="{67916688-64A1-4DAB-A1A1-FC7341DEB450}" type="parTrans" cxnId="{3337F855-D933-48A4-87DA-B2F372DBFE42}">
      <dgm:prSet/>
      <dgm:spPr/>
      <dgm:t>
        <a:bodyPr/>
        <a:lstStyle/>
        <a:p>
          <a:endParaRPr lang="en-US"/>
        </a:p>
      </dgm:t>
    </dgm:pt>
    <dgm:pt modelId="{FA987144-38B5-4F97-93CB-550B7736869B}" type="sibTrans" cxnId="{3337F855-D933-48A4-87DA-B2F372DBFE42}">
      <dgm:prSet/>
      <dgm:spPr/>
      <dgm:t>
        <a:bodyPr/>
        <a:lstStyle/>
        <a:p>
          <a:endParaRPr lang="en-US"/>
        </a:p>
      </dgm:t>
    </dgm:pt>
    <dgm:pt modelId="{59007B78-B19B-4887-9225-BDAA8AA7EF73}">
      <dgm:prSet custT="1"/>
      <dgm:spPr/>
      <dgm:t>
        <a:bodyPr/>
        <a:lstStyle/>
        <a:p>
          <a:r>
            <a:rPr lang="id-ID" sz="1800" dirty="0"/>
            <a:t>Gereja pernah menganggap bahwa bumi adalah datar  </a:t>
          </a:r>
          <a:endParaRPr lang="en-US" sz="1800" dirty="0"/>
        </a:p>
      </dgm:t>
    </dgm:pt>
    <dgm:pt modelId="{0AD5AEC4-5BC1-442E-B6E5-2302350FC79F}" type="parTrans" cxnId="{91AC5ADF-FE27-4FF9-A3F8-632A64306A8B}">
      <dgm:prSet/>
      <dgm:spPr/>
      <dgm:t>
        <a:bodyPr/>
        <a:lstStyle/>
        <a:p>
          <a:endParaRPr lang="en-US"/>
        </a:p>
      </dgm:t>
    </dgm:pt>
    <dgm:pt modelId="{5C3A524D-E2F9-4146-B82C-1D3E247A1F4D}" type="sibTrans" cxnId="{91AC5ADF-FE27-4FF9-A3F8-632A64306A8B}">
      <dgm:prSet/>
      <dgm:spPr/>
      <dgm:t>
        <a:bodyPr/>
        <a:lstStyle/>
        <a:p>
          <a:endParaRPr lang="en-US"/>
        </a:p>
      </dgm:t>
    </dgm:pt>
    <dgm:pt modelId="{E8472E00-4D0E-4CEC-B33D-E6B5C1410E02}">
      <dgm:prSet custT="1"/>
      <dgm:spPr/>
      <dgm:t>
        <a:bodyPr/>
        <a:lstStyle/>
        <a:p>
          <a:r>
            <a:rPr lang="id-ID" sz="1800" dirty="0"/>
            <a:t>Banyak murid mempercayai apa yang dikatakan oleh gurunya di sekolah</a:t>
          </a:r>
          <a:endParaRPr lang="en-US" sz="1800" dirty="0"/>
        </a:p>
      </dgm:t>
    </dgm:pt>
    <dgm:pt modelId="{01C7F1C1-6810-420F-9B02-C8064AD16759}" type="parTrans" cxnId="{86768325-99B8-4545-9F5F-E8A882727EA5}">
      <dgm:prSet/>
      <dgm:spPr/>
      <dgm:t>
        <a:bodyPr/>
        <a:lstStyle/>
        <a:p>
          <a:endParaRPr lang="en-US"/>
        </a:p>
      </dgm:t>
    </dgm:pt>
    <dgm:pt modelId="{73D9F962-6D56-4731-BC9D-C745C4E1915D}" type="sibTrans" cxnId="{86768325-99B8-4545-9F5F-E8A882727EA5}">
      <dgm:prSet/>
      <dgm:spPr/>
      <dgm:t>
        <a:bodyPr/>
        <a:lstStyle/>
        <a:p>
          <a:endParaRPr lang="en-US"/>
        </a:p>
      </dgm:t>
    </dgm:pt>
    <dgm:pt modelId="{32C41AC9-39B5-48FE-8037-F0456600A607}" type="pres">
      <dgm:prSet presAssocID="{7EFF27F6-B559-46B3-A8CC-9A2B88D293DE}" presName="vert0" presStyleCnt="0">
        <dgm:presLayoutVars>
          <dgm:dir/>
          <dgm:animOne val="branch"/>
          <dgm:animLvl val="lvl"/>
        </dgm:presLayoutVars>
      </dgm:prSet>
      <dgm:spPr/>
    </dgm:pt>
    <dgm:pt modelId="{EC782E80-2D6D-4C7C-971A-31C9440FEA50}" type="pres">
      <dgm:prSet presAssocID="{D477E392-B715-42E9-B5C7-2F0EC46C10CF}" presName="thickLine" presStyleLbl="alignNode1" presStyleIdx="0" presStyleCnt="3"/>
      <dgm:spPr/>
    </dgm:pt>
    <dgm:pt modelId="{009825BE-02F2-4303-88E5-F5A8DF997D1B}" type="pres">
      <dgm:prSet presAssocID="{D477E392-B715-42E9-B5C7-2F0EC46C10CF}" presName="horz1" presStyleCnt="0"/>
      <dgm:spPr/>
    </dgm:pt>
    <dgm:pt modelId="{28D6CCE5-E15B-476E-805A-0B20C390DDDC}" type="pres">
      <dgm:prSet presAssocID="{D477E392-B715-42E9-B5C7-2F0EC46C10CF}" presName="tx1" presStyleLbl="revTx" presStyleIdx="0" presStyleCnt="6" custScaleX="500000"/>
      <dgm:spPr/>
    </dgm:pt>
    <dgm:pt modelId="{1987C8C0-6F4F-4BF4-8EDC-245FC83FB43F}" type="pres">
      <dgm:prSet presAssocID="{D477E392-B715-42E9-B5C7-2F0EC46C10CF}" presName="vert1" presStyleCnt="0"/>
      <dgm:spPr/>
    </dgm:pt>
    <dgm:pt modelId="{8048DD32-7F13-4C73-ABBE-3D0265E67380}" type="pres">
      <dgm:prSet presAssocID="{BBACB9FD-ECA1-4C49-A3C4-CC82C3E631AF}" presName="thickLine" presStyleLbl="alignNode1" presStyleIdx="1" presStyleCnt="3"/>
      <dgm:spPr/>
    </dgm:pt>
    <dgm:pt modelId="{C9158B34-AB47-4533-AB36-9DE41D70CDDD}" type="pres">
      <dgm:prSet presAssocID="{BBACB9FD-ECA1-4C49-A3C4-CC82C3E631AF}" presName="horz1" presStyleCnt="0"/>
      <dgm:spPr/>
    </dgm:pt>
    <dgm:pt modelId="{2CBCDE71-3FEA-469E-AF99-13B17EEC7958}" type="pres">
      <dgm:prSet presAssocID="{BBACB9FD-ECA1-4C49-A3C4-CC82C3E631AF}" presName="tx1" presStyleLbl="revTx" presStyleIdx="1" presStyleCnt="6" custScaleX="500000"/>
      <dgm:spPr/>
    </dgm:pt>
    <dgm:pt modelId="{96028402-B554-474B-AB84-B432F0D99D08}" type="pres">
      <dgm:prSet presAssocID="{BBACB9FD-ECA1-4C49-A3C4-CC82C3E631AF}" presName="vert1" presStyleCnt="0"/>
      <dgm:spPr/>
    </dgm:pt>
    <dgm:pt modelId="{0D44BB11-2C3F-4A34-A81F-9DC826CB7395}" type="pres">
      <dgm:prSet presAssocID="{245D32FC-F381-45D7-98E1-8A4BA7111390}" presName="thickLine" presStyleLbl="alignNode1" presStyleIdx="2" presStyleCnt="3"/>
      <dgm:spPr/>
    </dgm:pt>
    <dgm:pt modelId="{9498BCB8-485F-409F-89BA-F85CABD688AF}" type="pres">
      <dgm:prSet presAssocID="{245D32FC-F381-45D7-98E1-8A4BA7111390}" presName="horz1" presStyleCnt="0"/>
      <dgm:spPr/>
    </dgm:pt>
    <dgm:pt modelId="{BAA547BE-5145-414D-BEA3-CB7265B83151}" type="pres">
      <dgm:prSet presAssocID="{245D32FC-F381-45D7-98E1-8A4BA7111390}" presName="tx1" presStyleLbl="revTx" presStyleIdx="2" presStyleCnt="6"/>
      <dgm:spPr/>
    </dgm:pt>
    <dgm:pt modelId="{A6DA9E5B-F155-496B-AB42-C8156C7D8408}" type="pres">
      <dgm:prSet presAssocID="{245D32FC-F381-45D7-98E1-8A4BA7111390}" presName="vert1" presStyleCnt="0"/>
      <dgm:spPr/>
    </dgm:pt>
    <dgm:pt modelId="{E85E3E19-A656-4C68-B019-14ADE6FEE378}" type="pres">
      <dgm:prSet presAssocID="{747C301B-BFB6-4F0C-8F9C-04BBE50E5CF0}" presName="vertSpace2a" presStyleCnt="0"/>
      <dgm:spPr/>
    </dgm:pt>
    <dgm:pt modelId="{EEF667DB-B6A7-482B-A6AE-DE0DB45C1764}" type="pres">
      <dgm:prSet presAssocID="{747C301B-BFB6-4F0C-8F9C-04BBE50E5CF0}" presName="horz2" presStyleCnt="0"/>
      <dgm:spPr/>
    </dgm:pt>
    <dgm:pt modelId="{318489FA-4162-44F8-8906-8D8B3E1415B7}" type="pres">
      <dgm:prSet presAssocID="{747C301B-BFB6-4F0C-8F9C-04BBE50E5CF0}" presName="horzSpace2" presStyleCnt="0"/>
      <dgm:spPr/>
    </dgm:pt>
    <dgm:pt modelId="{D1F2F34B-D1E9-4D7A-9B7F-4ABE9FE9DF4F}" type="pres">
      <dgm:prSet presAssocID="{747C301B-BFB6-4F0C-8F9C-04BBE50E5CF0}" presName="tx2" presStyleLbl="revTx" presStyleIdx="3" presStyleCnt="6"/>
      <dgm:spPr/>
    </dgm:pt>
    <dgm:pt modelId="{F473D9B3-2589-4446-8421-F141295B0CA6}" type="pres">
      <dgm:prSet presAssocID="{747C301B-BFB6-4F0C-8F9C-04BBE50E5CF0}" presName="vert2" presStyleCnt="0"/>
      <dgm:spPr/>
    </dgm:pt>
    <dgm:pt modelId="{8003C209-5134-48C8-9B34-7055F3A79BDA}" type="pres">
      <dgm:prSet presAssocID="{747C301B-BFB6-4F0C-8F9C-04BBE50E5CF0}" presName="thinLine2b" presStyleLbl="callout" presStyleIdx="0" presStyleCnt="3"/>
      <dgm:spPr/>
    </dgm:pt>
    <dgm:pt modelId="{07C1D40C-A4B0-4448-AC56-18C4C966ACE5}" type="pres">
      <dgm:prSet presAssocID="{747C301B-BFB6-4F0C-8F9C-04BBE50E5CF0}" presName="vertSpace2b" presStyleCnt="0"/>
      <dgm:spPr/>
    </dgm:pt>
    <dgm:pt modelId="{DAF30440-53B6-4975-AAD1-5BA6EFA472F6}" type="pres">
      <dgm:prSet presAssocID="{59007B78-B19B-4887-9225-BDAA8AA7EF73}" presName="horz2" presStyleCnt="0"/>
      <dgm:spPr/>
    </dgm:pt>
    <dgm:pt modelId="{2617E75D-8832-4551-96E9-020989DD9E94}" type="pres">
      <dgm:prSet presAssocID="{59007B78-B19B-4887-9225-BDAA8AA7EF73}" presName="horzSpace2" presStyleCnt="0"/>
      <dgm:spPr/>
    </dgm:pt>
    <dgm:pt modelId="{F3D52EAD-2050-4BC4-BD53-A0E38C7AFE2D}" type="pres">
      <dgm:prSet presAssocID="{59007B78-B19B-4887-9225-BDAA8AA7EF73}" presName="tx2" presStyleLbl="revTx" presStyleIdx="4" presStyleCnt="6"/>
      <dgm:spPr/>
    </dgm:pt>
    <dgm:pt modelId="{197E7CA7-2335-43D8-8C1C-490BAF6BAF86}" type="pres">
      <dgm:prSet presAssocID="{59007B78-B19B-4887-9225-BDAA8AA7EF73}" presName="vert2" presStyleCnt="0"/>
      <dgm:spPr/>
    </dgm:pt>
    <dgm:pt modelId="{2D81C677-1D08-4291-AE61-71E3D7B97B4F}" type="pres">
      <dgm:prSet presAssocID="{59007B78-B19B-4887-9225-BDAA8AA7EF73}" presName="thinLine2b" presStyleLbl="callout" presStyleIdx="1" presStyleCnt="3"/>
      <dgm:spPr/>
    </dgm:pt>
    <dgm:pt modelId="{80B351E8-A6FE-48AD-A74F-90C254687286}" type="pres">
      <dgm:prSet presAssocID="{59007B78-B19B-4887-9225-BDAA8AA7EF73}" presName="vertSpace2b" presStyleCnt="0"/>
      <dgm:spPr/>
    </dgm:pt>
    <dgm:pt modelId="{03AD20F4-A597-4DA9-97CC-182A8CC0A1C2}" type="pres">
      <dgm:prSet presAssocID="{E8472E00-4D0E-4CEC-B33D-E6B5C1410E02}" presName="horz2" presStyleCnt="0"/>
      <dgm:spPr/>
    </dgm:pt>
    <dgm:pt modelId="{1AF71343-1521-4BD1-92F8-3F771A6F888D}" type="pres">
      <dgm:prSet presAssocID="{E8472E00-4D0E-4CEC-B33D-E6B5C1410E02}" presName="horzSpace2" presStyleCnt="0"/>
      <dgm:spPr/>
    </dgm:pt>
    <dgm:pt modelId="{41576A2F-FA61-4FE7-AC35-C89BE898978F}" type="pres">
      <dgm:prSet presAssocID="{E8472E00-4D0E-4CEC-B33D-E6B5C1410E02}" presName="tx2" presStyleLbl="revTx" presStyleIdx="5" presStyleCnt="6"/>
      <dgm:spPr/>
    </dgm:pt>
    <dgm:pt modelId="{F481D07B-4AAC-4C73-B1E1-182AE4096D67}" type="pres">
      <dgm:prSet presAssocID="{E8472E00-4D0E-4CEC-B33D-E6B5C1410E02}" presName="vert2" presStyleCnt="0"/>
      <dgm:spPr/>
    </dgm:pt>
    <dgm:pt modelId="{3CB979C5-AC3C-4FB1-82C6-8B0667D8973B}" type="pres">
      <dgm:prSet presAssocID="{E8472E00-4D0E-4CEC-B33D-E6B5C1410E02}" presName="thinLine2b" presStyleLbl="callout" presStyleIdx="2" presStyleCnt="3"/>
      <dgm:spPr/>
    </dgm:pt>
    <dgm:pt modelId="{62C2EB5E-980D-43C4-9428-A066C30D0B64}" type="pres">
      <dgm:prSet presAssocID="{E8472E00-4D0E-4CEC-B33D-E6B5C1410E02}" presName="vertSpace2b" presStyleCnt="0"/>
      <dgm:spPr/>
    </dgm:pt>
  </dgm:ptLst>
  <dgm:cxnLst>
    <dgm:cxn modelId="{206B1602-9C4A-4EDB-B899-18DDAA605CBC}" type="presOf" srcId="{E8472E00-4D0E-4CEC-B33D-E6B5C1410E02}" destId="{41576A2F-FA61-4FE7-AC35-C89BE898978F}" srcOrd="0" destOrd="0" presId="urn:microsoft.com/office/officeart/2008/layout/LinedList"/>
    <dgm:cxn modelId="{A1226D03-7E5D-4671-B339-D319F157E2A3}" type="presOf" srcId="{59007B78-B19B-4887-9225-BDAA8AA7EF73}" destId="{F3D52EAD-2050-4BC4-BD53-A0E38C7AFE2D}" srcOrd="0" destOrd="0" presId="urn:microsoft.com/office/officeart/2008/layout/LinedList"/>
    <dgm:cxn modelId="{666BD00A-5D0D-4D93-9784-085DED766E6A}" srcId="{7EFF27F6-B559-46B3-A8CC-9A2B88D293DE}" destId="{D477E392-B715-42E9-B5C7-2F0EC46C10CF}" srcOrd="0" destOrd="0" parTransId="{C762F56E-180F-4DC3-9275-AC75EEAA4EE9}" sibTransId="{CBC5053F-4C6A-4DCD-9403-2FD93451895C}"/>
    <dgm:cxn modelId="{049FEA23-8F61-48BE-B2FA-8CA29390659E}" type="presOf" srcId="{D477E392-B715-42E9-B5C7-2F0EC46C10CF}" destId="{28D6CCE5-E15B-476E-805A-0B20C390DDDC}" srcOrd="0" destOrd="0" presId="urn:microsoft.com/office/officeart/2008/layout/LinedList"/>
    <dgm:cxn modelId="{86768325-99B8-4545-9F5F-E8A882727EA5}" srcId="{245D32FC-F381-45D7-98E1-8A4BA7111390}" destId="{E8472E00-4D0E-4CEC-B33D-E6B5C1410E02}" srcOrd="2" destOrd="0" parTransId="{01C7F1C1-6810-420F-9B02-C8064AD16759}" sibTransId="{73D9F962-6D56-4731-BC9D-C745C4E1915D}"/>
    <dgm:cxn modelId="{29509E42-6FA7-4599-98A1-B880286639D2}" type="presOf" srcId="{245D32FC-F381-45D7-98E1-8A4BA7111390}" destId="{BAA547BE-5145-414D-BEA3-CB7265B83151}" srcOrd="0" destOrd="0" presId="urn:microsoft.com/office/officeart/2008/layout/LinedList"/>
    <dgm:cxn modelId="{52D92E67-4616-472F-8925-21B1CA4D44D2}" type="presOf" srcId="{BBACB9FD-ECA1-4C49-A3C4-CC82C3E631AF}" destId="{2CBCDE71-3FEA-469E-AF99-13B17EEC7958}" srcOrd="0" destOrd="0" presId="urn:microsoft.com/office/officeart/2008/layout/LinedList"/>
    <dgm:cxn modelId="{B04A8E75-C914-4E49-AFCA-BAE2A5A471D0}" type="presOf" srcId="{7EFF27F6-B559-46B3-A8CC-9A2B88D293DE}" destId="{32C41AC9-39B5-48FE-8037-F0456600A607}" srcOrd="0" destOrd="0" presId="urn:microsoft.com/office/officeart/2008/layout/LinedList"/>
    <dgm:cxn modelId="{3337F855-D933-48A4-87DA-B2F372DBFE42}" srcId="{245D32FC-F381-45D7-98E1-8A4BA7111390}" destId="{747C301B-BFB6-4F0C-8F9C-04BBE50E5CF0}" srcOrd="0" destOrd="0" parTransId="{67916688-64A1-4DAB-A1A1-FC7341DEB450}" sibTransId="{FA987144-38B5-4F97-93CB-550B7736869B}"/>
    <dgm:cxn modelId="{E5EB0277-30F7-4205-A84F-DDE48EB0F927}" srcId="{7EFF27F6-B559-46B3-A8CC-9A2B88D293DE}" destId="{BBACB9FD-ECA1-4C49-A3C4-CC82C3E631AF}" srcOrd="1" destOrd="0" parTransId="{241A09A0-98CC-4085-87A2-0D674291E9EE}" sibTransId="{306BBD96-4E5B-4177-8571-91F472EFD8B4}"/>
    <dgm:cxn modelId="{EFC76787-D50A-4977-8453-42D51537115A}" type="presOf" srcId="{747C301B-BFB6-4F0C-8F9C-04BBE50E5CF0}" destId="{D1F2F34B-D1E9-4D7A-9B7F-4ABE9FE9DF4F}" srcOrd="0" destOrd="0" presId="urn:microsoft.com/office/officeart/2008/layout/LinedList"/>
    <dgm:cxn modelId="{91AC5ADF-FE27-4FF9-A3F8-632A64306A8B}" srcId="{245D32FC-F381-45D7-98E1-8A4BA7111390}" destId="{59007B78-B19B-4887-9225-BDAA8AA7EF73}" srcOrd="1" destOrd="0" parTransId="{0AD5AEC4-5BC1-442E-B6E5-2302350FC79F}" sibTransId="{5C3A524D-E2F9-4146-B82C-1D3E247A1F4D}"/>
    <dgm:cxn modelId="{B6ED44F1-DC8B-4A6D-950F-10412E6C70BE}" srcId="{7EFF27F6-B559-46B3-A8CC-9A2B88D293DE}" destId="{245D32FC-F381-45D7-98E1-8A4BA7111390}" srcOrd="2" destOrd="0" parTransId="{2CB01874-1F59-430C-8D0C-C71DFCE35BEF}" sibTransId="{6394F8A2-8398-40A1-9ED4-AE4560B6609F}"/>
    <dgm:cxn modelId="{E935C58F-E672-41C5-AF29-8F446BC864B5}" type="presParOf" srcId="{32C41AC9-39B5-48FE-8037-F0456600A607}" destId="{EC782E80-2D6D-4C7C-971A-31C9440FEA50}" srcOrd="0" destOrd="0" presId="urn:microsoft.com/office/officeart/2008/layout/LinedList"/>
    <dgm:cxn modelId="{DCB5B299-00A5-4A2D-BE43-5244A38E674E}" type="presParOf" srcId="{32C41AC9-39B5-48FE-8037-F0456600A607}" destId="{009825BE-02F2-4303-88E5-F5A8DF997D1B}" srcOrd="1" destOrd="0" presId="urn:microsoft.com/office/officeart/2008/layout/LinedList"/>
    <dgm:cxn modelId="{8B61DB41-CDE8-458E-AFB5-8B4C661EDF17}" type="presParOf" srcId="{009825BE-02F2-4303-88E5-F5A8DF997D1B}" destId="{28D6CCE5-E15B-476E-805A-0B20C390DDDC}" srcOrd="0" destOrd="0" presId="urn:microsoft.com/office/officeart/2008/layout/LinedList"/>
    <dgm:cxn modelId="{A5BB94DB-E1BF-4D18-A80C-CAFDC42A7081}" type="presParOf" srcId="{009825BE-02F2-4303-88E5-F5A8DF997D1B}" destId="{1987C8C0-6F4F-4BF4-8EDC-245FC83FB43F}" srcOrd="1" destOrd="0" presId="urn:microsoft.com/office/officeart/2008/layout/LinedList"/>
    <dgm:cxn modelId="{6E42D4BC-D34F-4DA7-9501-439AFAF83DDC}" type="presParOf" srcId="{32C41AC9-39B5-48FE-8037-F0456600A607}" destId="{8048DD32-7F13-4C73-ABBE-3D0265E67380}" srcOrd="2" destOrd="0" presId="urn:microsoft.com/office/officeart/2008/layout/LinedList"/>
    <dgm:cxn modelId="{E0FC9548-AFB2-4D39-AAB3-775C74E6694F}" type="presParOf" srcId="{32C41AC9-39B5-48FE-8037-F0456600A607}" destId="{C9158B34-AB47-4533-AB36-9DE41D70CDDD}" srcOrd="3" destOrd="0" presId="urn:microsoft.com/office/officeart/2008/layout/LinedList"/>
    <dgm:cxn modelId="{1A706B38-E237-4FB9-AB12-AE421AD02955}" type="presParOf" srcId="{C9158B34-AB47-4533-AB36-9DE41D70CDDD}" destId="{2CBCDE71-3FEA-469E-AF99-13B17EEC7958}" srcOrd="0" destOrd="0" presId="urn:microsoft.com/office/officeart/2008/layout/LinedList"/>
    <dgm:cxn modelId="{1B484B65-5ECC-4237-8009-F44505C4DC33}" type="presParOf" srcId="{C9158B34-AB47-4533-AB36-9DE41D70CDDD}" destId="{96028402-B554-474B-AB84-B432F0D99D08}" srcOrd="1" destOrd="0" presId="urn:microsoft.com/office/officeart/2008/layout/LinedList"/>
    <dgm:cxn modelId="{8A45E19A-2AE7-4530-A88B-84F8E5E259C0}" type="presParOf" srcId="{32C41AC9-39B5-48FE-8037-F0456600A607}" destId="{0D44BB11-2C3F-4A34-A81F-9DC826CB7395}" srcOrd="4" destOrd="0" presId="urn:microsoft.com/office/officeart/2008/layout/LinedList"/>
    <dgm:cxn modelId="{21B78472-019E-4B1E-B7BB-A17B04ADC517}" type="presParOf" srcId="{32C41AC9-39B5-48FE-8037-F0456600A607}" destId="{9498BCB8-485F-409F-89BA-F85CABD688AF}" srcOrd="5" destOrd="0" presId="urn:microsoft.com/office/officeart/2008/layout/LinedList"/>
    <dgm:cxn modelId="{95C5EDA0-D0F8-48A9-8E60-E62A84B61809}" type="presParOf" srcId="{9498BCB8-485F-409F-89BA-F85CABD688AF}" destId="{BAA547BE-5145-414D-BEA3-CB7265B83151}" srcOrd="0" destOrd="0" presId="urn:microsoft.com/office/officeart/2008/layout/LinedList"/>
    <dgm:cxn modelId="{BC0727C0-4B02-4248-A41A-4B90DFA5F30F}" type="presParOf" srcId="{9498BCB8-485F-409F-89BA-F85CABD688AF}" destId="{A6DA9E5B-F155-496B-AB42-C8156C7D8408}" srcOrd="1" destOrd="0" presId="urn:microsoft.com/office/officeart/2008/layout/LinedList"/>
    <dgm:cxn modelId="{94EBF81C-D30D-4778-9EA0-C49EF99E1DE7}" type="presParOf" srcId="{A6DA9E5B-F155-496B-AB42-C8156C7D8408}" destId="{E85E3E19-A656-4C68-B019-14ADE6FEE378}" srcOrd="0" destOrd="0" presId="urn:microsoft.com/office/officeart/2008/layout/LinedList"/>
    <dgm:cxn modelId="{BD341D34-B990-4D28-B1C5-C7344639F05A}" type="presParOf" srcId="{A6DA9E5B-F155-496B-AB42-C8156C7D8408}" destId="{EEF667DB-B6A7-482B-A6AE-DE0DB45C1764}" srcOrd="1" destOrd="0" presId="urn:microsoft.com/office/officeart/2008/layout/LinedList"/>
    <dgm:cxn modelId="{EA7EFABB-EC42-4173-9977-A7E6DEF10328}" type="presParOf" srcId="{EEF667DB-B6A7-482B-A6AE-DE0DB45C1764}" destId="{318489FA-4162-44F8-8906-8D8B3E1415B7}" srcOrd="0" destOrd="0" presId="urn:microsoft.com/office/officeart/2008/layout/LinedList"/>
    <dgm:cxn modelId="{DBD761AB-480B-4784-B6F8-DD08B78861A4}" type="presParOf" srcId="{EEF667DB-B6A7-482B-A6AE-DE0DB45C1764}" destId="{D1F2F34B-D1E9-4D7A-9B7F-4ABE9FE9DF4F}" srcOrd="1" destOrd="0" presId="urn:microsoft.com/office/officeart/2008/layout/LinedList"/>
    <dgm:cxn modelId="{601E51A4-2042-423D-9757-DE62C703070D}" type="presParOf" srcId="{EEF667DB-B6A7-482B-A6AE-DE0DB45C1764}" destId="{F473D9B3-2589-4446-8421-F141295B0CA6}" srcOrd="2" destOrd="0" presId="urn:microsoft.com/office/officeart/2008/layout/LinedList"/>
    <dgm:cxn modelId="{D017FF3E-E34E-4B3A-B3D7-52CECC345C25}" type="presParOf" srcId="{A6DA9E5B-F155-496B-AB42-C8156C7D8408}" destId="{8003C209-5134-48C8-9B34-7055F3A79BDA}" srcOrd="2" destOrd="0" presId="urn:microsoft.com/office/officeart/2008/layout/LinedList"/>
    <dgm:cxn modelId="{83F7EE21-5056-4C51-A2EA-19219EDC8507}" type="presParOf" srcId="{A6DA9E5B-F155-496B-AB42-C8156C7D8408}" destId="{07C1D40C-A4B0-4448-AC56-18C4C966ACE5}" srcOrd="3" destOrd="0" presId="urn:microsoft.com/office/officeart/2008/layout/LinedList"/>
    <dgm:cxn modelId="{90F54838-98F5-4BDE-B434-E1BADD706E72}" type="presParOf" srcId="{A6DA9E5B-F155-496B-AB42-C8156C7D8408}" destId="{DAF30440-53B6-4975-AAD1-5BA6EFA472F6}" srcOrd="4" destOrd="0" presId="urn:microsoft.com/office/officeart/2008/layout/LinedList"/>
    <dgm:cxn modelId="{0B448B56-E888-49E3-986B-D0A5073ADEA3}" type="presParOf" srcId="{DAF30440-53B6-4975-AAD1-5BA6EFA472F6}" destId="{2617E75D-8832-4551-96E9-020989DD9E94}" srcOrd="0" destOrd="0" presId="urn:microsoft.com/office/officeart/2008/layout/LinedList"/>
    <dgm:cxn modelId="{53465303-4E07-42ED-8EE1-85BE027450CD}" type="presParOf" srcId="{DAF30440-53B6-4975-AAD1-5BA6EFA472F6}" destId="{F3D52EAD-2050-4BC4-BD53-A0E38C7AFE2D}" srcOrd="1" destOrd="0" presId="urn:microsoft.com/office/officeart/2008/layout/LinedList"/>
    <dgm:cxn modelId="{E8E8ADDD-B5ED-4768-BE8B-0F256D959158}" type="presParOf" srcId="{DAF30440-53B6-4975-AAD1-5BA6EFA472F6}" destId="{197E7CA7-2335-43D8-8C1C-490BAF6BAF86}" srcOrd="2" destOrd="0" presId="urn:microsoft.com/office/officeart/2008/layout/LinedList"/>
    <dgm:cxn modelId="{F8A459FF-856F-4F26-9DD2-ABBAB0B9C9A1}" type="presParOf" srcId="{A6DA9E5B-F155-496B-AB42-C8156C7D8408}" destId="{2D81C677-1D08-4291-AE61-71E3D7B97B4F}" srcOrd="5" destOrd="0" presId="urn:microsoft.com/office/officeart/2008/layout/LinedList"/>
    <dgm:cxn modelId="{1876C034-0323-4805-8056-DCC792E57BA5}" type="presParOf" srcId="{A6DA9E5B-F155-496B-AB42-C8156C7D8408}" destId="{80B351E8-A6FE-48AD-A74F-90C254687286}" srcOrd="6" destOrd="0" presId="urn:microsoft.com/office/officeart/2008/layout/LinedList"/>
    <dgm:cxn modelId="{78CAB0A7-DC1C-4636-A726-87AEA23ED4D4}" type="presParOf" srcId="{A6DA9E5B-F155-496B-AB42-C8156C7D8408}" destId="{03AD20F4-A597-4DA9-97CC-182A8CC0A1C2}" srcOrd="7" destOrd="0" presId="urn:microsoft.com/office/officeart/2008/layout/LinedList"/>
    <dgm:cxn modelId="{92398F16-76B7-4273-9393-539E6993FA19}" type="presParOf" srcId="{03AD20F4-A597-4DA9-97CC-182A8CC0A1C2}" destId="{1AF71343-1521-4BD1-92F8-3F771A6F888D}" srcOrd="0" destOrd="0" presId="urn:microsoft.com/office/officeart/2008/layout/LinedList"/>
    <dgm:cxn modelId="{DD21C7EA-767F-4173-953E-430BBF44B875}" type="presParOf" srcId="{03AD20F4-A597-4DA9-97CC-182A8CC0A1C2}" destId="{41576A2F-FA61-4FE7-AC35-C89BE898978F}" srcOrd="1" destOrd="0" presId="urn:microsoft.com/office/officeart/2008/layout/LinedList"/>
    <dgm:cxn modelId="{8557BB9C-EF4E-46E5-8559-F999217FE801}" type="presParOf" srcId="{03AD20F4-A597-4DA9-97CC-182A8CC0A1C2}" destId="{F481D07B-4AAC-4C73-B1E1-182AE4096D67}" srcOrd="2" destOrd="0" presId="urn:microsoft.com/office/officeart/2008/layout/LinedList"/>
    <dgm:cxn modelId="{A8AE1EF6-5B66-4EF0-8632-611F73888A6A}" type="presParOf" srcId="{A6DA9E5B-F155-496B-AB42-C8156C7D8408}" destId="{3CB979C5-AC3C-4FB1-82C6-8B0667D8973B}" srcOrd="8" destOrd="0" presId="urn:microsoft.com/office/officeart/2008/layout/LinedList"/>
    <dgm:cxn modelId="{76FFBC90-6DF7-4A39-948A-0C0599B13CC8}" type="presParOf" srcId="{A6DA9E5B-F155-496B-AB42-C8156C7D8408}" destId="{62C2EB5E-980D-43C4-9428-A066C30D0B64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2E8734-8DC3-40D4-B20F-0DA2B8F38AB3}" type="doc">
      <dgm:prSet loTypeId="urn:microsoft.com/office/officeart/2005/8/layout/b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7EA799-82BC-4F7D-BEA0-ACCDEB641CD2}">
      <dgm:prSet custT="1"/>
      <dgm:spPr/>
      <dgm:t>
        <a:bodyPr/>
        <a:lstStyle/>
        <a:p>
          <a:r>
            <a:rPr lang="en-US" sz="2800" dirty="0" err="1"/>
            <a:t>Penilaian</a:t>
          </a:r>
          <a:r>
            <a:rPr lang="en-US" sz="2800" dirty="0"/>
            <a:t> </a:t>
          </a:r>
          <a:r>
            <a:rPr lang="en-US" sz="2800" dirty="0" err="1"/>
            <a:t>kebenaran</a:t>
          </a:r>
          <a:r>
            <a:rPr lang="en-US" sz="2800" dirty="0"/>
            <a:t> </a:t>
          </a:r>
          <a:r>
            <a:rPr lang="en-US" sz="2800" dirty="0" err="1"/>
            <a:t>dilakukan</a:t>
          </a:r>
          <a:r>
            <a:rPr lang="en-US" sz="2800" dirty="0"/>
            <a:t> </a:t>
          </a:r>
          <a:r>
            <a:rPr lang="en-US" sz="2800" dirty="0" err="1"/>
            <a:t>berdasarkan</a:t>
          </a:r>
          <a:r>
            <a:rPr lang="en-US" sz="2800" dirty="0"/>
            <a:t> </a:t>
          </a:r>
          <a:r>
            <a:rPr lang="en-US" sz="2800" dirty="0" err="1"/>
            <a:t>pengalaman</a:t>
          </a:r>
          <a:r>
            <a:rPr lang="en-US" sz="2800" dirty="0"/>
            <a:t> </a:t>
          </a:r>
          <a:r>
            <a:rPr lang="en-US" sz="2800" dirty="0" err="1"/>
            <a:t>pribadi</a:t>
          </a:r>
          <a:r>
            <a:rPr lang="en-US" sz="2800" dirty="0"/>
            <a:t>.</a:t>
          </a:r>
        </a:p>
      </dgm:t>
    </dgm:pt>
    <dgm:pt modelId="{00D94032-1C1A-47FE-BEA0-8CDC08230CE6}" type="parTrans" cxnId="{7B69931F-6DEC-4354-9AF6-F842851559C4}">
      <dgm:prSet/>
      <dgm:spPr/>
      <dgm:t>
        <a:bodyPr/>
        <a:lstStyle/>
        <a:p>
          <a:endParaRPr lang="en-US"/>
        </a:p>
      </dgm:t>
    </dgm:pt>
    <dgm:pt modelId="{3C9A50F1-718F-43F2-B2D8-CEDA734C8A72}" type="sibTrans" cxnId="{7B69931F-6DEC-4354-9AF6-F842851559C4}">
      <dgm:prSet/>
      <dgm:spPr/>
      <dgm:t>
        <a:bodyPr/>
        <a:lstStyle/>
        <a:p>
          <a:endParaRPr lang="en-US"/>
        </a:p>
      </dgm:t>
    </dgm:pt>
    <dgm:pt modelId="{0C9E5DF6-2B20-4749-896F-559F6F6A3DCA}">
      <dgm:prSet custT="1"/>
      <dgm:spPr/>
      <dgm:t>
        <a:bodyPr/>
        <a:lstStyle/>
        <a:p>
          <a:r>
            <a:rPr lang="en-US" sz="2000" dirty="0" err="1"/>
            <a:t>Contoh</a:t>
          </a:r>
          <a:r>
            <a:rPr lang="en-US" sz="2000" dirty="0"/>
            <a:t>:</a:t>
          </a:r>
        </a:p>
      </dgm:t>
    </dgm:pt>
    <dgm:pt modelId="{092D950D-FBC9-4284-906A-5C4F1D7055F5}" type="parTrans" cxnId="{0013CE9E-B204-48D7-AA7E-6F12824175F2}">
      <dgm:prSet/>
      <dgm:spPr/>
      <dgm:t>
        <a:bodyPr/>
        <a:lstStyle/>
        <a:p>
          <a:endParaRPr lang="en-US"/>
        </a:p>
      </dgm:t>
    </dgm:pt>
    <dgm:pt modelId="{290002AD-02A3-488E-8BA7-51228DB0BEC4}" type="sibTrans" cxnId="{0013CE9E-B204-48D7-AA7E-6F12824175F2}">
      <dgm:prSet/>
      <dgm:spPr/>
      <dgm:t>
        <a:bodyPr/>
        <a:lstStyle/>
        <a:p>
          <a:endParaRPr lang="en-US"/>
        </a:p>
      </dgm:t>
    </dgm:pt>
    <dgm:pt modelId="{0D729AD7-FD04-4773-B654-319AE3A32FFD}">
      <dgm:prSet custT="1"/>
      <dgm:spPr/>
      <dgm:t>
        <a:bodyPr/>
        <a:lstStyle/>
        <a:p>
          <a:r>
            <a:rPr lang="id-ID" sz="2000" dirty="0"/>
            <a:t>Seorang turis yang pernah mengalami peristiwa pencopetan di Indonesia menganggap bahwa Indonesia adalah negara yang tidak aman.</a:t>
          </a:r>
          <a:endParaRPr lang="en-US" sz="2000" dirty="0"/>
        </a:p>
      </dgm:t>
    </dgm:pt>
    <dgm:pt modelId="{1ED3F8BD-2F06-420C-887C-C84A7541B0D5}" type="parTrans" cxnId="{F3AF9C97-E24C-4F88-90A7-4404575F7A75}">
      <dgm:prSet/>
      <dgm:spPr/>
      <dgm:t>
        <a:bodyPr/>
        <a:lstStyle/>
        <a:p>
          <a:endParaRPr lang="en-US"/>
        </a:p>
      </dgm:t>
    </dgm:pt>
    <dgm:pt modelId="{87FA4222-A73A-45D1-BC44-38FC5D6A0F7F}" type="sibTrans" cxnId="{F3AF9C97-E24C-4F88-90A7-4404575F7A75}">
      <dgm:prSet/>
      <dgm:spPr/>
      <dgm:t>
        <a:bodyPr/>
        <a:lstStyle/>
        <a:p>
          <a:endParaRPr lang="en-US"/>
        </a:p>
      </dgm:t>
    </dgm:pt>
    <dgm:pt modelId="{9FE9DDFD-72EA-4DA9-BFE2-1B4EBBAF867E}">
      <dgm:prSet custT="1"/>
      <dgm:spPr/>
      <dgm:t>
        <a:bodyPr/>
        <a:lstStyle/>
        <a:p>
          <a:r>
            <a:rPr lang="id-ID" sz="2000" dirty="0"/>
            <a:t>Seseorang yang sakit setelah makan di sebuah restoran menganggap bahwa makanan di restoran tersebut tidak bersih.</a:t>
          </a:r>
          <a:endParaRPr lang="en-US" sz="2000" dirty="0"/>
        </a:p>
      </dgm:t>
    </dgm:pt>
    <dgm:pt modelId="{CA0BDF06-D00E-492D-AA93-7965CC50D1E5}" type="parTrans" cxnId="{1A7E7D2C-FF57-42D0-9569-6F4360B49859}">
      <dgm:prSet/>
      <dgm:spPr/>
      <dgm:t>
        <a:bodyPr/>
        <a:lstStyle/>
        <a:p>
          <a:endParaRPr lang="en-US"/>
        </a:p>
      </dgm:t>
    </dgm:pt>
    <dgm:pt modelId="{71A9A53A-EC22-4985-9770-5444C77C6CC6}" type="sibTrans" cxnId="{1A7E7D2C-FF57-42D0-9569-6F4360B49859}">
      <dgm:prSet/>
      <dgm:spPr/>
      <dgm:t>
        <a:bodyPr/>
        <a:lstStyle/>
        <a:p>
          <a:endParaRPr lang="en-US"/>
        </a:p>
      </dgm:t>
    </dgm:pt>
    <dgm:pt modelId="{D3146632-A803-4A8D-93EC-0D96E90C1522}" type="pres">
      <dgm:prSet presAssocID="{A72E8734-8DC3-40D4-B20F-0DA2B8F38AB3}" presName="Name0" presStyleCnt="0">
        <dgm:presLayoutVars>
          <dgm:dir/>
          <dgm:resizeHandles/>
        </dgm:presLayoutVars>
      </dgm:prSet>
      <dgm:spPr/>
    </dgm:pt>
    <dgm:pt modelId="{004B74E4-F0DF-45FC-B971-831F47BF9A9E}" type="pres">
      <dgm:prSet presAssocID="{BA7EA799-82BC-4F7D-BEA0-ACCDEB641CD2}" presName="compNode" presStyleCnt="0"/>
      <dgm:spPr/>
    </dgm:pt>
    <dgm:pt modelId="{DAD1CECE-4C30-40D6-9080-6893E6429004}" type="pres">
      <dgm:prSet presAssocID="{BA7EA799-82BC-4F7D-BEA0-ACCDEB641CD2}" presName="dummyConnPt" presStyleCnt="0"/>
      <dgm:spPr/>
    </dgm:pt>
    <dgm:pt modelId="{F881C399-5A63-48D5-91B8-A886C8F7C9C0}" type="pres">
      <dgm:prSet presAssocID="{BA7EA799-82BC-4F7D-BEA0-ACCDEB641CD2}" presName="node" presStyleLbl="node1" presStyleIdx="0" presStyleCnt="2">
        <dgm:presLayoutVars>
          <dgm:bulletEnabled val="1"/>
        </dgm:presLayoutVars>
      </dgm:prSet>
      <dgm:spPr/>
    </dgm:pt>
    <dgm:pt modelId="{8212A1E4-7784-405F-B856-6157B403C482}" type="pres">
      <dgm:prSet presAssocID="{3C9A50F1-718F-43F2-B2D8-CEDA734C8A72}" presName="sibTrans" presStyleLbl="bgSibTrans2D1" presStyleIdx="0" presStyleCnt="1"/>
      <dgm:spPr/>
    </dgm:pt>
    <dgm:pt modelId="{985BB02D-0ADE-45FA-B4D2-0146B625DC72}" type="pres">
      <dgm:prSet presAssocID="{0C9E5DF6-2B20-4749-896F-559F6F6A3DCA}" presName="compNode" presStyleCnt="0"/>
      <dgm:spPr/>
    </dgm:pt>
    <dgm:pt modelId="{CFD62B77-1692-4BD3-BD56-F2883E03D84B}" type="pres">
      <dgm:prSet presAssocID="{0C9E5DF6-2B20-4749-896F-559F6F6A3DCA}" presName="dummyConnPt" presStyleCnt="0"/>
      <dgm:spPr/>
    </dgm:pt>
    <dgm:pt modelId="{323D79D2-AA96-434B-9EEE-68A54081098C}" type="pres">
      <dgm:prSet presAssocID="{0C9E5DF6-2B20-4749-896F-559F6F6A3DCA}" presName="node" presStyleLbl="node1" presStyleIdx="1" presStyleCnt="2" custScaleX="135595">
        <dgm:presLayoutVars>
          <dgm:bulletEnabled val="1"/>
        </dgm:presLayoutVars>
      </dgm:prSet>
      <dgm:spPr/>
    </dgm:pt>
  </dgm:ptLst>
  <dgm:cxnLst>
    <dgm:cxn modelId="{F0736B01-4573-4D6C-A511-39A3049B878E}" type="presOf" srcId="{BA7EA799-82BC-4F7D-BEA0-ACCDEB641CD2}" destId="{F881C399-5A63-48D5-91B8-A886C8F7C9C0}" srcOrd="0" destOrd="0" presId="urn:microsoft.com/office/officeart/2005/8/layout/bProcess4"/>
    <dgm:cxn modelId="{7B69931F-6DEC-4354-9AF6-F842851559C4}" srcId="{A72E8734-8DC3-40D4-B20F-0DA2B8F38AB3}" destId="{BA7EA799-82BC-4F7D-BEA0-ACCDEB641CD2}" srcOrd="0" destOrd="0" parTransId="{00D94032-1C1A-47FE-BEA0-8CDC08230CE6}" sibTransId="{3C9A50F1-718F-43F2-B2D8-CEDA734C8A72}"/>
    <dgm:cxn modelId="{1A7E7D2C-FF57-42D0-9569-6F4360B49859}" srcId="{0C9E5DF6-2B20-4749-896F-559F6F6A3DCA}" destId="{9FE9DDFD-72EA-4DA9-BFE2-1B4EBBAF867E}" srcOrd="1" destOrd="0" parTransId="{CA0BDF06-D00E-492D-AA93-7965CC50D1E5}" sibTransId="{71A9A53A-EC22-4985-9770-5444C77C6CC6}"/>
    <dgm:cxn modelId="{A2BAE254-8E25-498D-B036-A4B3521E82E3}" type="presOf" srcId="{A72E8734-8DC3-40D4-B20F-0DA2B8F38AB3}" destId="{D3146632-A803-4A8D-93EC-0D96E90C1522}" srcOrd="0" destOrd="0" presId="urn:microsoft.com/office/officeart/2005/8/layout/bProcess4"/>
    <dgm:cxn modelId="{F3AF9C97-E24C-4F88-90A7-4404575F7A75}" srcId="{0C9E5DF6-2B20-4749-896F-559F6F6A3DCA}" destId="{0D729AD7-FD04-4773-B654-319AE3A32FFD}" srcOrd="0" destOrd="0" parTransId="{1ED3F8BD-2F06-420C-887C-C84A7541B0D5}" sibTransId="{87FA4222-A73A-45D1-BC44-38FC5D6A0F7F}"/>
    <dgm:cxn modelId="{0013CE9E-B204-48D7-AA7E-6F12824175F2}" srcId="{A72E8734-8DC3-40D4-B20F-0DA2B8F38AB3}" destId="{0C9E5DF6-2B20-4749-896F-559F6F6A3DCA}" srcOrd="1" destOrd="0" parTransId="{092D950D-FBC9-4284-906A-5C4F1D7055F5}" sibTransId="{290002AD-02A3-488E-8BA7-51228DB0BEC4}"/>
    <dgm:cxn modelId="{14A994A2-90F3-4CF9-BF15-A3A6F280E158}" type="presOf" srcId="{3C9A50F1-718F-43F2-B2D8-CEDA734C8A72}" destId="{8212A1E4-7784-405F-B856-6157B403C482}" srcOrd="0" destOrd="0" presId="urn:microsoft.com/office/officeart/2005/8/layout/bProcess4"/>
    <dgm:cxn modelId="{1BFC52DA-590C-400E-9A12-F31F25DA17BF}" type="presOf" srcId="{9FE9DDFD-72EA-4DA9-BFE2-1B4EBBAF867E}" destId="{323D79D2-AA96-434B-9EEE-68A54081098C}" srcOrd="0" destOrd="2" presId="urn:microsoft.com/office/officeart/2005/8/layout/bProcess4"/>
    <dgm:cxn modelId="{86E23FDB-44C2-46D3-98D3-6136C1BE42DF}" type="presOf" srcId="{0D729AD7-FD04-4773-B654-319AE3A32FFD}" destId="{323D79D2-AA96-434B-9EEE-68A54081098C}" srcOrd="0" destOrd="1" presId="urn:microsoft.com/office/officeart/2005/8/layout/bProcess4"/>
    <dgm:cxn modelId="{26DF21F5-F571-4CDD-80FC-DE4D42099049}" type="presOf" srcId="{0C9E5DF6-2B20-4749-896F-559F6F6A3DCA}" destId="{323D79D2-AA96-434B-9EEE-68A54081098C}" srcOrd="0" destOrd="0" presId="urn:microsoft.com/office/officeart/2005/8/layout/bProcess4"/>
    <dgm:cxn modelId="{A460BEA6-EDF3-4039-9142-C5682A1C288F}" type="presParOf" srcId="{D3146632-A803-4A8D-93EC-0D96E90C1522}" destId="{004B74E4-F0DF-45FC-B971-831F47BF9A9E}" srcOrd="0" destOrd="0" presId="urn:microsoft.com/office/officeart/2005/8/layout/bProcess4"/>
    <dgm:cxn modelId="{93A5CDB5-6B5E-4C31-BD68-FB6C812C5240}" type="presParOf" srcId="{004B74E4-F0DF-45FC-B971-831F47BF9A9E}" destId="{DAD1CECE-4C30-40D6-9080-6893E6429004}" srcOrd="0" destOrd="0" presId="urn:microsoft.com/office/officeart/2005/8/layout/bProcess4"/>
    <dgm:cxn modelId="{CB833D38-50A2-41D3-B2E8-5E64D59EA288}" type="presParOf" srcId="{004B74E4-F0DF-45FC-B971-831F47BF9A9E}" destId="{F881C399-5A63-48D5-91B8-A886C8F7C9C0}" srcOrd="1" destOrd="0" presId="urn:microsoft.com/office/officeart/2005/8/layout/bProcess4"/>
    <dgm:cxn modelId="{BD44AD50-E1FC-4691-B583-E79E9CD4576F}" type="presParOf" srcId="{D3146632-A803-4A8D-93EC-0D96E90C1522}" destId="{8212A1E4-7784-405F-B856-6157B403C482}" srcOrd="1" destOrd="0" presId="urn:microsoft.com/office/officeart/2005/8/layout/bProcess4"/>
    <dgm:cxn modelId="{1C6DF863-E7EB-47B0-AF17-31AE01115F73}" type="presParOf" srcId="{D3146632-A803-4A8D-93EC-0D96E90C1522}" destId="{985BB02D-0ADE-45FA-B4D2-0146B625DC72}" srcOrd="2" destOrd="0" presId="urn:microsoft.com/office/officeart/2005/8/layout/bProcess4"/>
    <dgm:cxn modelId="{A72E2E2B-3F01-4D5A-9A5E-CFB473BE8F6E}" type="presParOf" srcId="{985BB02D-0ADE-45FA-B4D2-0146B625DC72}" destId="{CFD62B77-1692-4BD3-BD56-F2883E03D84B}" srcOrd="0" destOrd="0" presId="urn:microsoft.com/office/officeart/2005/8/layout/bProcess4"/>
    <dgm:cxn modelId="{49AFA08C-4985-440E-8BCC-1060C878DEF5}" type="presParOf" srcId="{985BB02D-0ADE-45FA-B4D2-0146B625DC72}" destId="{323D79D2-AA96-434B-9EEE-68A54081098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CCCB5A-8E8E-4AB5-8089-305A59D1E91E}" type="doc">
      <dgm:prSet loTypeId="urn:microsoft.com/office/officeart/2016/7/layout/BasicProcessNew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7EBE57E-F2EE-4ACE-9C7A-C08C95FB5AFA}">
      <dgm:prSet/>
      <dgm:spPr/>
      <dgm:t>
        <a:bodyPr/>
        <a:lstStyle/>
        <a:p>
          <a:r>
            <a:rPr lang="id-ID" dirty="0"/>
            <a:t>Setiap peneliti perlu mempertimbangkan hasil penelitian yang sudah ada - Membaca</a:t>
          </a:r>
          <a:endParaRPr lang="en-US" dirty="0"/>
        </a:p>
      </dgm:t>
    </dgm:pt>
    <dgm:pt modelId="{1F0B3CB3-91B8-460A-9BC3-7242EC246A33}" type="parTrans" cxnId="{C35CB9B8-AC01-495B-A46B-B8B0CB706103}">
      <dgm:prSet/>
      <dgm:spPr/>
      <dgm:t>
        <a:bodyPr/>
        <a:lstStyle/>
        <a:p>
          <a:endParaRPr lang="en-US"/>
        </a:p>
      </dgm:t>
    </dgm:pt>
    <dgm:pt modelId="{78987ED7-BDBC-4632-AF49-886977EBB156}" type="sibTrans" cxnId="{C35CB9B8-AC01-495B-A46B-B8B0CB706103}">
      <dgm:prSet/>
      <dgm:spPr/>
      <dgm:t>
        <a:bodyPr/>
        <a:lstStyle/>
        <a:p>
          <a:endParaRPr lang="en-US"/>
        </a:p>
      </dgm:t>
    </dgm:pt>
    <dgm:pt modelId="{BA160DB0-135D-4367-BD7E-561D217B6362}">
      <dgm:prSet/>
      <dgm:spPr/>
      <dgm:t>
        <a:bodyPr/>
        <a:lstStyle/>
        <a:p>
          <a:r>
            <a:rPr lang="id-ID" dirty="0"/>
            <a:t>Setiap peneliti perlu mempublikasikan karyanya  - Menulis</a:t>
          </a:r>
          <a:endParaRPr lang="en-US" dirty="0"/>
        </a:p>
      </dgm:t>
    </dgm:pt>
    <dgm:pt modelId="{798CB416-63BF-4EB9-AA4B-4CAE4D6D39E3}" type="parTrans" cxnId="{E9AAC63C-2A0D-4A74-B8C7-74EEBBC2F70B}">
      <dgm:prSet/>
      <dgm:spPr/>
      <dgm:t>
        <a:bodyPr/>
        <a:lstStyle/>
        <a:p>
          <a:endParaRPr lang="en-US"/>
        </a:p>
      </dgm:t>
    </dgm:pt>
    <dgm:pt modelId="{45736CAF-FE4F-4FD5-9CE7-15D8A8A29DD8}" type="sibTrans" cxnId="{E9AAC63C-2A0D-4A74-B8C7-74EEBBC2F70B}">
      <dgm:prSet/>
      <dgm:spPr/>
      <dgm:t>
        <a:bodyPr/>
        <a:lstStyle/>
        <a:p>
          <a:endParaRPr lang="en-US"/>
        </a:p>
      </dgm:t>
    </dgm:pt>
    <dgm:pt modelId="{6BAAE9F9-FA7B-46D5-A3A1-1635B69AB3A9}" type="pres">
      <dgm:prSet presAssocID="{26CCCB5A-8E8E-4AB5-8089-305A59D1E91E}" presName="Name0" presStyleCnt="0">
        <dgm:presLayoutVars>
          <dgm:dir/>
          <dgm:resizeHandles val="exact"/>
        </dgm:presLayoutVars>
      </dgm:prSet>
      <dgm:spPr/>
    </dgm:pt>
    <dgm:pt modelId="{D0F426F9-9F1A-4D30-90AA-8EB0F0CCB0D1}" type="pres">
      <dgm:prSet presAssocID="{37EBE57E-F2EE-4ACE-9C7A-C08C95FB5AFA}" presName="node" presStyleLbl="node1" presStyleIdx="0" presStyleCnt="3">
        <dgm:presLayoutVars>
          <dgm:bulletEnabled val="1"/>
        </dgm:presLayoutVars>
      </dgm:prSet>
      <dgm:spPr/>
    </dgm:pt>
    <dgm:pt modelId="{3968DC41-0CF5-4D99-A7A9-FB94B2D49FA5}" type="pres">
      <dgm:prSet presAssocID="{78987ED7-BDBC-4632-AF49-886977EBB156}" presName="sibTransSpacerBeforeConnector" presStyleCnt="0"/>
      <dgm:spPr/>
    </dgm:pt>
    <dgm:pt modelId="{47A2723D-C10B-4EDC-B97F-024B5441435B}" type="pres">
      <dgm:prSet presAssocID="{78987ED7-BDBC-4632-AF49-886977EBB156}" presName="sibTrans" presStyleLbl="node1" presStyleIdx="1" presStyleCnt="3"/>
      <dgm:spPr/>
    </dgm:pt>
    <dgm:pt modelId="{2FCECCD3-42D7-4954-9E8A-659DFCA31D72}" type="pres">
      <dgm:prSet presAssocID="{78987ED7-BDBC-4632-AF49-886977EBB156}" presName="sibTransSpacerAfterConnector" presStyleCnt="0"/>
      <dgm:spPr/>
    </dgm:pt>
    <dgm:pt modelId="{A1ABDCB5-2189-435B-B20C-63CB872D16EC}" type="pres">
      <dgm:prSet presAssocID="{BA160DB0-135D-4367-BD7E-561D217B6362}" presName="node" presStyleLbl="node1" presStyleIdx="2" presStyleCnt="3">
        <dgm:presLayoutVars>
          <dgm:bulletEnabled val="1"/>
        </dgm:presLayoutVars>
      </dgm:prSet>
      <dgm:spPr/>
    </dgm:pt>
  </dgm:ptLst>
  <dgm:cxnLst>
    <dgm:cxn modelId="{7F0C352E-A2B8-459A-9DE9-4B0936C9DD67}" type="presOf" srcId="{26CCCB5A-8E8E-4AB5-8089-305A59D1E91E}" destId="{6BAAE9F9-FA7B-46D5-A3A1-1635B69AB3A9}" srcOrd="0" destOrd="0" presId="urn:microsoft.com/office/officeart/2016/7/layout/BasicProcessNew"/>
    <dgm:cxn modelId="{E9AAC63C-2A0D-4A74-B8C7-74EEBBC2F70B}" srcId="{26CCCB5A-8E8E-4AB5-8089-305A59D1E91E}" destId="{BA160DB0-135D-4367-BD7E-561D217B6362}" srcOrd="1" destOrd="0" parTransId="{798CB416-63BF-4EB9-AA4B-4CAE4D6D39E3}" sibTransId="{45736CAF-FE4F-4FD5-9CE7-15D8A8A29DD8}"/>
    <dgm:cxn modelId="{AC3FAD9A-5F71-401A-92CF-1DD0A12A8F00}" type="presOf" srcId="{78987ED7-BDBC-4632-AF49-886977EBB156}" destId="{47A2723D-C10B-4EDC-B97F-024B5441435B}" srcOrd="0" destOrd="0" presId="urn:microsoft.com/office/officeart/2016/7/layout/BasicProcessNew"/>
    <dgm:cxn modelId="{C35CB9B8-AC01-495B-A46B-B8B0CB706103}" srcId="{26CCCB5A-8E8E-4AB5-8089-305A59D1E91E}" destId="{37EBE57E-F2EE-4ACE-9C7A-C08C95FB5AFA}" srcOrd="0" destOrd="0" parTransId="{1F0B3CB3-91B8-460A-9BC3-7242EC246A33}" sibTransId="{78987ED7-BDBC-4632-AF49-886977EBB156}"/>
    <dgm:cxn modelId="{4F8886DA-FC74-4C83-A6EF-4AF78DF82B99}" type="presOf" srcId="{BA160DB0-135D-4367-BD7E-561D217B6362}" destId="{A1ABDCB5-2189-435B-B20C-63CB872D16EC}" srcOrd="0" destOrd="0" presId="urn:microsoft.com/office/officeart/2016/7/layout/BasicProcessNew"/>
    <dgm:cxn modelId="{88A86CF0-709F-4713-A438-F9538EA968E9}" type="presOf" srcId="{37EBE57E-F2EE-4ACE-9C7A-C08C95FB5AFA}" destId="{D0F426F9-9F1A-4D30-90AA-8EB0F0CCB0D1}" srcOrd="0" destOrd="0" presId="urn:microsoft.com/office/officeart/2016/7/layout/BasicProcessNew"/>
    <dgm:cxn modelId="{002B9049-2A1A-4C49-8C64-E33C09066355}" type="presParOf" srcId="{6BAAE9F9-FA7B-46D5-A3A1-1635B69AB3A9}" destId="{D0F426F9-9F1A-4D30-90AA-8EB0F0CCB0D1}" srcOrd="0" destOrd="0" presId="urn:microsoft.com/office/officeart/2016/7/layout/BasicProcessNew"/>
    <dgm:cxn modelId="{F69E5F70-AAFE-41BC-A92C-C9C82B75B660}" type="presParOf" srcId="{6BAAE9F9-FA7B-46D5-A3A1-1635B69AB3A9}" destId="{3968DC41-0CF5-4D99-A7A9-FB94B2D49FA5}" srcOrd="1" destOrd="0" presId="urn:microsoft.com/office/officeart/2016/7/layout/BasicProcessNew"/>
    <dgm:cxn modelId="{555658E1-F44D-450D-8672-ED31D8958DD9}" type="presParOf" srcId="{6BAAE9F9-FA7B-46D5-A3A1-1635B69AB3A9}" destId="{47A2723D-C10B-4EDC-B97F-024B5441435B}" srcOrd="2" destOrd="0" presId="urn:microsoft.com/office/officeart/2016/7/layout/BasicProcessNew"/>
    <dgm:cxn modelId="{ACC3AAD4-A74B-4894-840E-2826B0EDA615}" type="presParOf" srcId="{6BAAE9F9-FA7B-46D5-A3A1-1635B69AB3A9}" destId="{2FCECCD3-42D7-4954-9E8A-659DFCA31D72}" srcOrd="3" destOrd="0" presId="urn:microsoft.com/office/officeart/2016/7/layout/BasicProcessNew"/>
    <dgm:cxn modelId="{20E48258-0C73-415E-9483-41FFEC4BE5F3}" type="presParOf" srcId="{6BAAE9F9-FA7B-46D5-A3A1-1635B69AB3A9}" destId="{A1ABDCB5-2189-435B-B20C-63CB872D16EC}" srcOrd="4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66470C6-E13F-410A-B618-4C30FE0FF293}" type="doc">
      <dgm:prSet loTypeId="urn:microsoft.com/office/officeart/2016/7/layout/LinearBlockProcessNumbered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229F97E-1A07-4673-9EA5-E31A4940642F}">
      <dgm:prSet custT="1"/>
      <dgm:spPr/>
      <dgm:t>
        <a:bodyPr/>
        <a:lstStyle/>
        <a:p>
          <a:r>
            <a:rPr lang="en-US" sz="2400" dirty="0"/>
            <a:t>Anda </a:t>
          </a:r>
          <a:r>
            <a:rPr lang="en-US" sz="2400" dirty="0" err="1"/>
            <a:t>tentu</a:t>
          </a:r>
          <a:r>
            <a:rPr lang="en-US" sz="2400" dirty="0"/>
            <a:t> punya </a:t>
          </a:r>
          <a:r>
            <a:rPr lang="en-US" sz="2400" dirty="0" err="1"/>
            <a:t>minat</a:t>
          </a:r>
          <a:r>
            <a:rPr lang="en-US" sz="2400" dirty="0"/>
            <a:t> : </a:t>
          </a:r>
        </a:p>
        <a:p>
          <a:r>
            <a:rPr lang="en-US" sz="2400" dirty="0"/>
            <a:t>- G</a:t>
          </a:r>
          <a:r>
            <a:rPr lang="id-ID" sz="2400" dirty="0"/>
            <a:t>ame</a:t>
          </a:r>
          <a:endParaRPr lang="en-US" sz="2400" dirty="0"/>
        </a:p>
        <a:p>
          <a:r>
            <a:rPr lang="en-US" sz="2400" dirty="0"/>
            <a:t>- </a:t>
          </a:r>
          <a:r>
            <a:rPr lang="en-US" sz="2400" dirty="0" err="1"/>
            <a:t>Sistem</a:t>
          </a:r>
          <a:r>
            <a:rPr lang="en-US" sz="2400" dirty="0"/>
            <a:t> </a:t>
          </a:r>
          <a:r>
            <a:rPr lang="en-US" sz="2400" dirty="0" err="1"/>
            <a:t>akuntansi</a:t>
          </a:r>
          <a:endParaRPr lang="en-US" sz="2400" dirty="0"/>
        </a:p>
        <a:p>
          <a:r>
            <a:rPr lang="en-US" sz="2400" dirty="0"/>
            <a:t>- AI</a:t>
          </a:r>
        </a:p>
        <a:p>
          <a:r>
            <a:rPr lang="en-US" sz="2400" dirty="0"/>
            <a:t>- </a:t>
          </a:r>
          <a:r>
            <a:rPr lang="en-US" sz="2400" dirty="0" err="1"/>
            <a:t>Edukasi</a:t>
          </a:r>
          <a:r>
            <a:rPr lang="en-US" sz="2400" dirty="0"/>
            <a:t>, </a:t>
          </a:r>
          <a:r>
            <a:rPr lang="en-US" sz="2400" dirty="0" err="1"/>
            <a:t>dsb</a:t>
          </a:r>
          <a:endParaRPr lang="en-US" sz="2400" dirty="0"/>
        </a:p>
      </dgm:t>
    </dgm:pt>
    <dgm:pt modelId="{64A69789-775E-49D9-B0A3-1588AD03BEA7}" type="parTrans" cxnId="{AE0846BC-7BA5-4C30-92F4-821C05F3FFCB}">
      <dgm:prSet/>
      <dgm:spPr/>
      <dgm:t>
        <a:bodyPr/>
        <a:lstStyle/>
        <a:p>
          <a:endParaRPr lang="en-US"/>
        </a:p>
      </dgm:t>
    </dgm:pt>
    <dgm:pt modelId="{C02FA41D-2E18-4A71-9EC3-E7E9A1E31760}" type="sibTrans" cxnId="{AE0846BC-7BA5-4C30-92F4-821C05F3FFCB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A1809ACF-6AF9-44FA-88BE-B8BCD569F5DF}">
      <dgm:prSet/>
      <dgm:spPr/>
      <dgm:t>
        <a:bodyPr/>
        <a:lstStyle/>
        <a:p>
          <a:r>
            <a:rPr lang="id-ID" dirty="0"/>
            <a:t>Carilah 1 jurnal yang berhubungan dengan minat anda tersebut.</a:t>
          </a:r>
          <a:endParaRPr lang="en-US" dirty="0"/>
        </a:p>
      </dgm:t>
    </dgm:pt>
    <dgm:pt modelId="{72108B92-B1CD-4D46-B947-5A6FD2B296CA}" type="parTrans" cxnId="{57D62F6E-DB87-45B8-BB9C-52484756661F}">
      <dgm:prSet/>
      <dgm:spPr/>
      <dgm:t>
        <a:bodyPr/>
        <a:lstStyle/>
        <a:p>
          <a:endParaRPr lang="en-US"/>
        </a:p>
      </dgm:t>
    </dgm:pt>
    <dgm:pt modelId="{4AE7A124-A066-4600-A26F-6FE344061B5D}" type="sibTrans" cxnId="{57D62F6E-DB87-45B8-BB9C-52484756661F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08BC382A-54AB-41C5-BFA5-AE6781DB9F4D}">
      <dgm:prSet/>
      <dgm:spPr/>
      <dgm:t>
        <a:bodyPr/>
        <a:lstStyle/>
        <a:p>
          <a:r>
            <a:rPr lang="id-ID" dirty="0"/>
            <a:t>Halaman pertama jurnal dikumpulkan pada minggu depan. Tuliskan NRP dan minat anda di bagian atas halaman jurnal yang anda kumpulkan.</a:t>
          </a:r>
          <a:endParaRPr lang="en-US" dirty="0"/>
        </a:p>
      </dgm:t>
    </dgm:pt>
    <dgm:pt modelId="{214398B3-F315-408C-8072-FEAAF488968C}" type="parTrans" cxnId="{A716B50F-A8D0-4E67-8745-9D0281DF0BFF}">
      <dgm:prSet/>
      <dgm:spPr/>
      <dgm:t>
        <a:bodyPr/>
        <a:lstStyle/>
        <a:p>
          <a:endParaRPr lang="en-US"/>
        </a:p>
      </dgm:t>
    </dgm:pt>
    <dgm:pt modelId="{DE51F157-1816-4639-A1DD-276C974618C0}" type="sibTrans" cxnId="{A716B50F-A8D0-4E67-8745-9D0281DF0BFF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D25EED27-D153-4822-9E4B-291A2915D14A}" type="pres">
      <dgm:prSet presAssocID="{E66470C6-E13F-410A-B618-4C30FE0FF293}" presName="Name0" presStyleCnt="0">
        <dgm:presLayoutVars>
          <dgm:animLvl val="lvl"/>
          <dgm:resizeHandles val="exact"/>
        </dgm:presLayoutVars>
      </dgm:prSet>
      <dgm:spPr/>
    </dgm:pt>
    <dgm:pt modelId="{88EB1B9E-C1F9-490D-97DB-99638B384594}" type="pres">
      <dgm:prSet presAssocID="{4229F97E-1A07-4673-9EA5-E31A4940642F}" presName="compositeNode" presStyleCnt="0">
        <dgm:presLayoutVars>
          <dgm:bulletEnabled val="1"/>
        </dgm:presLayoutVars>
      </dgm:prSet>
      <dgm:spPr/>
    </dgm:pt>
    <dgm:pt modelId="{10F56671-7D5B-48D8-BD0C-2EFFCA3684C9}" type="pres">
      <dgm:prSet presAssocID="{4229F97E-1A07-4673-9EA5-E31A4940642F}" presName="bgRect" presStyleLbl="alignNode1" presStyleIdx="0" presStyleCnt="3" custScaleY="123825"/>
      <dgm:spPr/>
    </dgm:pt>
    <dgm:pt modelId="{15ABFE99-E99E-4F16-869F-58E6A27AE1E8}" type="pres">
      <dgm:prSet presAssocID="{C02FA41D-2E18-4A71-9EC3-E7E9A1E3176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61D06901-5E06-4E4C-9988-917D0ABAA42F}" type="pres">
      <dgm:prSet presAssocID="{4229F97E-1A07-4673-9EA5-E31A4940642F}" presName="nodeRect" presStyleLbl="alignNode1" presStyleIdx="0" presStyleCnt="3">
        <dgm:presLayoutVars>
          <dgm:bulletEnabled val="1"/>
        </dgm:presLayoutVars>
      </dgm:prSet>
      <dgm:spPr/>
    </dgm:pt>
    <dgm:pt modelId="{D19F30EB-D85C-4296-9F68-3149303BC5FE}" type="pres">
      <dgm:prSet presAssocID="{C02FA41D-2E18-4A71-9EC3-E7E9A1E31760}" presName="sibTrans" presStyleCnt="0"/>
      <dgm:spPr/>
    </dgm:pt>
    <dgm:pt modelId="{888DFD52-82F1-46E9-923E-0390E70E284F}" type="pres">
      <dgm:prSet presAssocID="{A1809ACF-6AF9-44FA-88BE-B8BCD569F5DF}" presName="compositeNode" presStyleCnt="0">
        <dgm:presLayoutVars>
          <dgm:bulletEnabled val="1"/>
        </dgm:presLayoutVars>
      </dgm:prSet>
      <dgm:spPr/>
    </dgm:pt>
    <dgm:pt modelId="{A9E03A21-F767-4D1D-8589-264D0C9FCECD}" type="pres">
      <dgm:prSet presAssocID="{A1809ACF-6AF9-44FA-88BE-B8BCD569F5DF}" presName="bgRect" presStyleLbl="alignNode1" presStyleIdx="1" presStyleCnt="3" custScaleY="123825"/>
      <dgm:spPr/>
    </dgm:pt>
    <dgm:pt modelId="{5D2DDA61-A61A-460B-9F0F-106B5C2D23AB}" type="pres">
      <dgm:prSet presAssocID="{4AE7A124-A066-4600-A26F-6FE344061B5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74EACE84-377A-4531-85BC-883760675698}" type="pres">
      <dgm:prSet presAssocID="{A1809ACF-6AF9-44FA-88BE-B8BCD569F5DF}" presName="nodeRect" presStyleLbl="alignNode1" presStyleIdx="1" presStyleCnt="3">
        <dgm:presLayoutVars>
          <dgm:bulletEnabled val="1"/>
        </dgm:presLayoutVars>
      </dgm:prSet>
      <dgm:spPr/>
    </dgm:pt>
    <dgm:pt modelId="{600A9BE1-8E3A-4660-AC5A-0C516BA0E791}" type="pres">
      <dgm:prSet presAssocID="{4AE7A124-A066-4600-A26F-6FE344061B5D}" presName="sibTrans" presStyleCnt="0"/>
      <dgm:spPr/>
    </dgm:pt>
    <dgm:pt modelId="{FA7B3F84-F004-477F-B067-4CD57B843E8F}" type="pres">
      <dgm:prSet presAssocID="{08BC382A-54AB-41C5-BFA5-AE6781DB9F4D}" presName="compositeNode" presStyleCnt="0">
        <dgm:presLayoutVars>
          <dgm:bulletEnabled val="1"/>
        </dgm:presLayoutVars>
      </dgm:prSet>
      <dgm:spPr/>
    </dgm:pt>
    <dgm:pt modelId="{11D0D68D-A981-4AA7-AB86-11FE3549C4A6}" type="pres">
      <dgm:prSet presAssocID="{08BC382A-54AB-41C5-BFA5-AE6781DB9F4D}" presName="bgRect" presStyleLbl="alignNode1" presStyleIdx="2" presStyleCnt="3" custScaleY="123825"/>
      <dgm:spPr/>
    </dgm:pt>
    <dgm:pt modelId="{E696118E-4BEE-460C-B017-2A0F7F418677}" type="pres">
      <dgm:prSet presAssocID="{DE51F157-1816-4639-A1DD-276C974618C0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2D3E615F-77E4-4BFB-94AF-A449D678EC4F}" type="pres">
      <dgm:prSet presAssocID="{08BC382A-54AB-41C5-BFA5-AE6781DB9F4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716B50F-A8D0-4E67-8745-9D0281DF0BFF}" srcId="{E66470C6-E13F-410A-B618-4C30FE0FF293}" destId="{08BC382A-54AB-41C5-BFA5-AE6781DB9F4D}" srcOrd="2" destOrd="0" parTransId="{214398B3-F315-408C-8072-FEAAF488968C}" sibTransId="{DE51F157-1816-4639-A1DD-276C974618C0}"/>
    <dgm:cxn modelId="{728DFC1A-FB74-4DD0-982A-77E4287F5808}" type="presOf" srcId="{DE51F157-1816-4639-A1DD-276C974618C0}" destId="{E696118E-4BEE-460C-B017-2A0F7F418677}" srcOrd="0" destOrd="0" presId="urn:microsoft.com/office/officeart/2016/7/layout/LinearBlockProcessNumbered"/>
    <dgm:cxn modelId="{DEE33C22-85D5-4D0A-AC6E-2F736EBD80D6}" type="presOf" srcId="{A1809ACF-6AF9-44FA-88BE-B8BCD569F5DF}" destId="{74EACE84-377A-4531-85BC-883760675698}" srcOrd="1" destOrd="0" presId="urn:microsoft.com/office/officeart/2016/7/layout/LinearBlockProcessNumbered"/>
    <dgm:cxn modelId="{DB863124-BFEA-4B5D-BF29-B167E5E829BE}" type="presOf" srcId="{08BC382A-54AB-41C5-BFA5-AE6781DB9F4D}" destId="{2D3E615F-77E4-4BFB-94AF-A449D678EC4F}" srcOrd="1" destOrd="0" presId="urn:microsoft.com/office/officeart/2016/7/layout/LinearBlockProcessNumbered"/>
    <dgm:cxn modelId="{88C53A60-6EE2-410E-BDB2-928CEE6591DC}" type="presOf" srcId="{E66470C6-E13F-410A-B618-4C30FE0FF293}" destId="{D25EED27-D153-4822-9E4B-291A2915D14A}" srcOrd="0" destOrd="0" presId="urn:microsoft.com/office/officeart/2016/7/layout/LinearBlockProcessNumbered"/>
    <dgm:cxn modelId="{A530FB6B-24FB-4571-B56E-BCBD75B2E391}" type="presOf" srcId="{4AE7A124-A066-4600-A26F-6FE344061B5D}" destId="{5D2DDA61-A61A-460B-9F0F-106B5C2D23AB}" srcOrd="0" destOrd="0" presId="urn:microsoft.com/office/officeart/2016/7/layout/LinearBlockProcessNumbered"/>
    <dgm:cxn modelId="{57D62F6E-DB87-45B8-BB9C-52484756661F}" srcId="{E66470C6-E13F-410A-B618-4C30FE0FF293}" destId="{A1809ACF-6AF9-44FA-88BE-B8BCD569F5DF}" srcOrd="1" destOrd="0" parTransId="{72108B92-B1CD-4D46-B947-5A6FD2B296CA}" sibTransId="{4AE7A124-A066-4600-A26F-6FE344061B5D}"/>
    <dgm:cxn modelId="{AD45E27E-8CC3-4958-9A55-018F22A75375}" type="presOf" srcId="{08BC382A-54AB-41C5-BFA5-AE6781DB9F4D}" destId="{11D0D68D-A981-4AA7-AB86-11FE3549C4A6}" srcOrd="0" destOrd="0" presId="urn:microsoft.com/office/officeart/2016/7/layout/LinearBlockProcessNumbered"/>
    <dgm:cxn modelId="{FD7D19A4-B273-4F57-AE80-0D6DFEC90B47}" type="presOf" srcId="{4229F97E-1A07-4673-9EA5-E31A4940642F}" destId="{61D06901-5E06-4E4C-9988-917D0ABAA42F}" srcOrd="1" destOrd="0" presId="urn:microsoft.com/office/officeart/2016/7/layout/LinearBlockProcessNumbered"/>
    <dgm:cxn modelId="{68483DBB-00D2-4563-AA1A-8BF9946C6178}" type="presOf" srcId="{C02FA41D-2E18-4A71-9EC3-E7E9A1E31760}" destId="{15ABFE99-E99E-4F16-869F-58E6A27AE1E8}" srcOrd="0" destOrd="0" presId="urn:microsoft.com/office/officeart/2016/7/layout/LinearBlockProcessNumbered"/>
    <dgm:cxn modelId="{AE0846BC-7BA5-4C30-92F4-821C05F3FFCB}" srcId="{E66470C6-E13F-410A-B618-4C30FE0FF293}" destId="{4229F97E-1A07-4673-9EA5-E31A4940642F}" srcOrd="0" destOrd="0" parTransId="{64A69789-775E-49D9-B0A3-1588AD03BEA7}" sibTransId="{C02FA41D-2E18-4A71-9EC3-E7E9A1E31760}"/>
    <dgm:cxn modelId="{312B15DD-CC83-4F49-8962-35FF827141DD}" type="presOf" srcId="{4229F97E-1A07-4673-9EA5-E31A4940642F}" destId="{10F56671-7D5B-48D8-BD0C-2EFFCA3684C9}" srcOrd="0" destOrd="0" presId="urn:microsoft.com/office/officeart/2016/7/layout/LinearBlockProcessNumbered"/>
    <dgm:cxn modelId="{587F9CF4-B5C8-4BFF-9CB1-91BD088BF577}" type="presOf" srcId="{A1809ACF-6AF9-44FA-88BE-B8BCD569F5DF}" destId="{A9E03A21-F767-4D1D-8589-264D0C9FCECD}" srcOrd="0" destOrd="0" presId="urn:microsoft.com/office/officeart/2016/7/layout/LinearBlockProcessNumbered"/>
    <dgm:cxn modelId="{E606C0CB-5A5D-4956-9F01-8D706516857F}" type="presParOf" srcId="{D25EED27-D153-4822-9E4B-291A2915D14A}" destId="{88EB1B9E-C1F9-490D-97DB-99638B384594}" srcOrd="0" destOrd="0" presId="urn:microsoft.com/office/officeart/2016/7/layout/LinearBlockProcessNumbered"/>
    <dgm:cxn modelId="{7D99112F-BA71-4D61-8BD0-C6F633DBC341}" type="presParOf" srcId="{88EB1B9E-C1F9-490D-97DB-99638B384594}" destId="{10F56671-7D5B-48D8-BD0C-2EFFCA3684C9}" srcOrd="0" destOrd="0" presId="urn:microsoft.com/office/officeart/2016/7/layout/LinearBlockProcessNumbered"/>
    <dgm:cxn modelId="{194B8323-DA22-4905-B92B-0D5F3B7B04F3}" type="presParOf" srcId="{88EB1B9E-C1F9-490D-97DB-99638B384594}" destId="{15ABFE99-E99E-4F16-869F-58E6A27AE1E8}" srcOrd="1" destOrd="0" presId="urn:microsoft.com/office/officeart/2016/7/layout/LinearBlockProcessNumbered"/>
    <dgm:cxn modelId="{131838CB-A8C8-4E9F-BA4F-3E8929B74B01}" type="presParOf" srcId="{88EB1B9E-C1F9-490D-97DB-99638B384594}" destId="{61D06901-5E06-4E4C-9988-917D0ABAA42F}" srcOrd="2" destOrd="0" presId="urn:microsoft.com/office/officeart/2016/7/layout/LinearBlockProcessNumbered"/>
    <dgm:cxn modelId="{8423E7BF-7C93-41F8-89B4-D338B9564288}" type="presParOf" srcId="{D25EED27-D153-4822-9E4B-291A2915D14A}" destId="{D19F30EB-D85C-4296-9F68-3149303BC5FE}" srcOrd="1" destOrd="0" presId="urn:microsoft.com/office/officeart/2016/7/layout/LinearBlockProcessNumbered"/>
    <dgm:cxn modelId="{0426099C-B80E-4A24-B4D3-AF0087BF63D3}" type="presParOf" srcId="{D25EED27-D153-4822-9E4B-291A2915D14A}" destId="{888DFD52-82F1-46E9-923E-0390E70E284F}" srcOrd="2" destOrd="0" presId="urn:microsoft.com/office/officeart/2016/7/layout/LinearBlockProcessNumbered"/>
    <dgm:cxn modelId="{B7564325-2D91-4DB2-95EF-AE22386762F8}" type="presParOf" srcId="{888DFD52-82F1-46E9-923E-0390E70E284F}" destId="{A9E03A21-F767-4D1D-8589-264D0C9FCECD}" srcOrd="0" destOrd="0" presId="urn:microsoft.com/office/officeart/2016/7/layout/LinearBlockProcessNumbered"/>
    <dgm:cxn modelId="{01610B0D-A7E4-4BE7-B1CC-82EB37D0C265}" type="presParOf" srcId="{888DFD52-82F1-46E9-923E-0390E70E284F}" destId="{5D2DDA61-A61A-460B-9F0F-106B5C2D23AB}" srcOrd="1" destOrd="0" presId="urn:microsoft.com/office/officeart/2016/7/layout/LinearBlockProcessNumbered"/>
    <dgm:cxn modelId="{CB0FA745-6099-405F-AB89-2D9473C06099}" type="presParOf" srcId="{888DFD52-82F1-46E9-923E-0390E70E284F}" destId="{74EACE84-377A-4531-85BC-883760675698}" srcOrd="2" destOrd="0" presId="urn:microsoft.com/office/officeart/2016/7/layout/LinearBlockProcessNumbered"/>
    <dgm:cxn modelId="{BBE67058-DF69-4147-B12F-41CC8D89922B}" type="presParOf" srcId="{D25EED27-D153-4822-9E4B-291A2915D14A}" destId="{600A9BE1-8E3A-4660-AC5A-0C516BA0E791}" srcOrd="3" destOrd="0" presId="urn:microsoft.com/office/officeart/2016/7/layout/LinearBlockProcessNumbered"/>
    <dgm:cxn modelId="{CBD7B5BD-8973-406B-A171-B41FCFAADE8A}" type="presParOf" srcId="{D25EED27-D153-4822-9E4B-291A2915D14A}" destId="{FA7B3F84-F004-477F-B067-4CD57B843E8F}" srcOrd="4" destOrd="0" presId="urn:microsoft.com/office/officeart/2016/7/layout/LinearBlockProcessNumbered"/>
    <dgm:cxn modelId="{D5F44C17-6CB7-4A8E-A5A8-E333FB9E1F6B}" type="presParOf" srcId="{FA7B3F84-F004-477F-B067-4CD57B843E8F}" destId="{11D0D68D-A981-4AA7-AB86-11FE3549C4A6}" srcOrd="0" destOrd="0" presId="urn:microsoft.com/office/officeart/2016/7/layout/LinearBlockProcessNumbered"/>
    <dgm:cxn modelId="{B58BD897-E180-40B3-A495-C7F6D6ED302F}" type="presParOf" srcId="{FA7B3F84-F004-477F-B067-4CD57B843E8F}" destId="{E696118E-4BEE-460C-B017-2A0F7F418677}" srcOrd="1" destOrd="0" presId="urn:microsoft.com/office/officeart/2016/7/layout/LinearBlockProcessNumbered"/>
    <dgm:cxn modelId="{286C60E9-B83A-4F4B-9561-067446BFF22D}" type="presParOf" srcId="{FA7B3F84-F004-477F-B067-4CD57B843E8F}" destId="{2D3E615F-77E4-4BFB-94AF-A449D678EC4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AF591B-91A1-43F0-9368-1B50032912E4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A66EDC-632C-42A5-A6E0-2B985BE5B0BA}">
      <dgm:prSet custT="1"/>
      <dgm:spPr/>
      <dgm:t>
        <a:bodyPr/>
        <a:lstStyle/>
        <a:p>
          <a:r>
            <a:rPr lang="en-US" sz="3200" dirty="0" err="1"/>
            <a:t>Penelitian</a:t>
          </a:r>
          <a:r>
            <a:rPr lang="en-US" sz="3200" dirty="0"/>
            <a:t> </a:t>
          </a:r>
          <a:r>
            <a:rPr lang="en-US" sz="3200" dirty="0" err="1"/>
            <a:t>dinilai</a:t>
          </a:r>
          <a:r>
            <a:rPr lang="en-US" sz="3200" dirty="0"/>
            <a:t> </a:t>
          </a:r>
          <a:r>
            <a:rPr lang="en-US" sz="3200" dirty="0" err="1"/>
            <a:t>hanya</a:t>
          </a:r>
          <a:r>
            <a:rPr lang="en-US" sz="3200" dirty="0"/>
            <a:t> </a:t>
          </a:r>
          <a:r>
            <a:rPr lang="en-US" sz="3200" dirty="0" err="1"/>
            <a:t>berdasarkan</a:t>
          </a:r>
          <a:r>
            <a:rPr lang="en-US" sz="3200" dirty="0"/>
            <a:t> </a:t>
          </a:r>
          <a:r>
            <a:rPr lang="en-US" sz="3200" dirty="0" err="1"/>
            <a:t>kualitas</a:t>
          </a:r>
          <a:r>
            <a:rPr lang="en-US" sz="3200" dirty="0"/>
            <a:t> </a:t>
          </a:r>
          <a:r>
            <a:rPr lang="en-US" sz="3200" dirty="0" err="1"/>
            <a:t>penelitian</a:t>
          </a:r>
          <a:r>
            <a:rPr lang="en-US" sz="3200" dirty="0"/>
            <a:t> </a:t>
          </a:r>
          <a:r>
            <a:rPr lang="en-US" sz="3200" dirty="0" err="1"/>
            <a:t>secara</a:t>
          </a:r>
          <a:r>
            <a:rPr lang="en-US" sz="3200" dirty="0"/>
            <a:t> </a:t>
          </a:r>
          <a:r>
            <a:rPr lang="en-US" sz="3200" dirty="0" err="1"/>
            <a:t>ilmiah</a:t>
          </a:r>
          <a:endParaRPr lang="en-US" sz="3200" dirty="0"/>
        </a:p>
      </dgm:t>
    </dgm:pt>
    <dgm:pt modelId="{5A8BD3F4-7542-44AD-ACAD-23EFDC801D28}" type="parTrans" cxnId="{C395D6B2-EB85-46DF-8397-A0C2D5967233}">
      <dgm:prSet/>
      <dgm:spPr/>
      <dgm:t>
        <a:bodyPr/>
        <a:lstStyle/>
        <a:p>
          <a:endParaRPr lang="en-US"/>
        </a:p>
      </dgm:t>
    </dgm:pt>
    <dgm:pt modelId="{F1DBEF22-CBA8-4C76-8549-D42C7D0D5A91}" type="sibTrans" cxnId="{C395D6B2-EB85-46DF-8397-A0C2D596723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9F0C333-BC01-4C46-9B6A-1A8E2825B660}">
      <dgm:prSet/>
      <dgm:spPr/>
      <dgm:t>
        <a:bodyPr/>
        <a:lstStyle/>
        <a:p>
          <a:r>
            <a:rPr lang="en-US" dirty="0" err="1"/>
            <a:t>Penelitian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dinilai</a:t>
          </a:r>
          <a:r>
            <a:rPr lang="en-US" dirty="0"/>
            <a:t> </a:t>
          </a:r>
          <a:r>
            <a:rPr lang="en-US" dirty="0" err="1"/>
            <a:t>berdasarkan</a:t>
          </a:r>
          <a:r>
            <a:rPr lang="en-US" dirty="0"/>
            <a:t> </a:t>
          </a:r>
          <a:r>
            <a:rPr lang="en-US" dirty="0" err="1"/>
            <a:t>siapa</a:t>
          </a:r>
          <a:r>
            <a:rPr lang="en-US" dirty="0"/>
            <a:t> </a:t>
          </a:r>
          <a:r>
            <a:rPr lang="en-US" dirty="0" err="1"/>
            <a:t>penelitinya</a:t>
          </a:r>
          <a:r>
            <a:rPr lang="en-US" dirty="0"/>
            <a:t> (</a:t>
          </a:r>
          <a:r>
            <a:rPr lang="en-US" dirty="0" err="1"/>
            <a:t>tua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muda</a:t>
          </a:r>
          <a:r>
            <a:rPr lang="en-US" dirty="0"/>
            <a:t>, </a:t>
          </a:r>
          <a:r>
            <a:rPr lang="en-US" dirty="0" err="1"/>
            <a:t>pria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wanita</a:t>
          </a:r>
          <a:r>
            <a:rPr lang="en-US" dirty="0"/>
            <a:t>, </a:t>
          </a:r>
          <a:r>
            <a:rPr lang="en-US" dirty="0" err="1"/>
            <a:t>profesor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tanpa</a:t>
          </a:r>
          <a:r>
            <a:rPr lang="en-US" dirty="0"/>
            <a:t> </a:t>
          </a:r>
          <a:r>
            <a:rPr lang="en-US" dirty="0" err="1"/>
            <a:t>gelar</a:t>
          </a:r>
          <a:r>
            <a:rPr lang="en-US" dirty="0"/>
            <a:t> </a:t>
          </a:r>
          <a:r>
            <a:rPr lang="en-US" dirty="0" err="1"/>
            <a:t>pendidikan</a:t>
          </a:r>
          <a:r>
            <a:rPr lang="en-US" dirty="0"/>
            <a:t>)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tempat</a:t>
          </a:r>
          <a:r>
            <a:rPr lang="en-US" dirty="0"/>
            <a:t> </a:t>
          </a:r>
          <a:r>
            <a:rPr lang="en-US" dirty="0" err="1"/>
            <a:t>penelitiannya</a:t>
          </a:r>
          <a:r>
            <a:rPr lang="en-US" dirty="0"/>
            <a:t> (negara </a:t>
          </a:r>
          <a:r>
            <a:rPr lang="en-US" dirty="0" err="1"/>
            <a:t>maju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negara </a:t>
          </a:r>
          <a:r>
            <a:rPr lang="en-US" dirty="0" err="1"/>
            <a:t>berkembang</a:t>
          </a:r>
          <a:r>
            <a:rPr lang="en-US" dirty="0"/>
            <a:t>, </a:t>
          </a:r>
          <a:r>
            <a:rPr lang="en-US" dirty="0" err="1"/>
            <a:t>universitas</a:t>
          </a:r>
          <a:r>
            <a:rPr lang="en-US" dirty="0"/>
            <a:t> </a:t>
          </a:r>
          <a:r>
            <a:rPr lang="en-US" dirty="0" err="1"/>
            <a:t>terkenal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).  </a:t>
          </a:r>
        </a:p>
      </dgm:t>
    </dgm:pt>
    <dgm:pt modelId="{C849E845-D238-47D2-A6A9-31527E07336E}" type="parTrans" cxnId="{1A869C2B-D9F3-4457-B59D-FF8498064E79}">
      <dgm:prSet/>
      <dgm:spPr/>
      <dgm:t>
        <a:bodyPr/>
        <a:lstStyle/>
        <a:p>
          <a:endParaRPr lang="en-US"/>
        </a:p>
      </dgm:t>
    </dgm:pt>
    <dgm:pt modelId="{76AA3AEA-F91A-4DE5-80F6-972EAE07AC60}" type="sibTrans" cxnId="{1A869C2B-D9F3-4457-B59D-FF8498064E7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07EDA9D1-5B94-4592-A489-8FF88C8A0E51}" type="pres">
      <dgm:prSet presAssocID="{61AF591B-91A1-43F0-9368-1B50032912E4}" presName="Name0" presStyleCnt="0">
        <dgm:presLayoutVars>
          <dgm:animLvl val="lvl"/>
          <dgm:resizeHandles val="exact"/>
        </dgm:presLayoutVars>
      </dgm:prSet>
      <dgm:spPr/>
    </dgm:pt>
    <dgm:pt modelId="{9A0817FD-EC22-44E0-B243-A37F48CD3C75}" type="pres">
      <dgm:prSet presAssocID="{04A66EDC-632C-42A5-A6E0-2B985BE5B0BA}" presName="compositeNode" presStyleCnt="0">
        <dgm:presLayoutVars>
          <dgm:bulletEnabled val="1"/>
        </dgm:presLayoutVars>
      </dgm:prSet>
      <dgm:spPr/>
    </dgm:pt>
    <dgm:pt modelId="{06544E49-EDC4-4F16-B52F-A65D520CAD66}" type="pres">
      <dgm:prSet presAssocID="{04A66EDC-632C-42A5-A6E0-2B985BE5B0BA}" presName="bgRect" presStyleLbl="alignNode1" presStyleIdx="0" presStyleCnt="2"/>
      <dgm:spPr/>
    </dgm:pt>
    <dgm:pt modelId="{A1107A53-06BE-47A6-9053-A7F1B981B46D}" type="pres">
      <dgm:prSet presAssocID="{F1DBEF22-CBA8-4C76-8549-D42C7D0D5A91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AD64C284-41EE-48B7-80CD-5B0A60EB56D4}" type="pres">
      <dgm:prSet presAssocID="{04A66EDC-632C-42A5-A6E0-2B985BE5B0BA}" presName="nodeRect" presStyleLbl="alignNode1" presStyleIdx="0" presStyleCnt="2">
        <dgm:presLayoutVars>
          <dgm:bulletEnabled val="1"/>
        </dgm:presLayoutVars>
      </dgm:prSet>
      <dgm:spPr/>
    </dgm:pt>
    <dgm:pt modelId="{C0ABD01A-07B7-42D7-A97D-B47F88071794}" type="pres">
      <dgm:prSet presAssocID="{F1DBEF22-CBA8-4C76-8549-D42C7D0D5A91}" presName="sibTrans" presStyleCnt="0"/>
      <dgm:spPr/>
    </dgm:pt>
    <dgm:pt modelId="{B6ACBFE4-7725-484F-9CE4-E50759EC53B4}" type="pres">
      <dgm:prSet presAssocID="{09F0C333-BC01-4C46-9B6A-1A8E2825B660}" presName="compositeNode" presStyleCnt="0">
        <dgm:presLayoutVars>
          <dgm:bulletEnabled val="1"/>
        </dgm:presLayoutVars>
      </dgm:prSet>
      <dgm:spPr/>
    </dgm:pt>
    <dgm:pt modelId="{BC736A15-3457-481C-962E-9C0D2DA6E061}" type="pres">
      <dgm:prSet presAssocID="{09F0C333-BC01-4C46-9B6A-1A8E2825B660}" presName="bgRect" presStyleLbl="alignNode1" presStyleIdx="1" presStyleCnt="2"/>
      <dgm:spPr/>
    </dgm:pt>
    <dgm:pt modelId="{52CED822-93CA-4975-8933-88E1AE860328}" type="pres">
      <dgm:prSet presAssocID="{76AA3AEA-F91A-4DE5-80F6-972EAE07AC60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E4427066-F8B0-4ACE-8E6C-203F7DEC00FA}" type="pres">
      <dgm:prSet presAssocID="{09F0C333-BC01-4C46-9B6A-1A8E2825B660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C11E2A07-E868-4897-966F-CE84AA0C85F4}" type="presOf" srcId="{04A66EDC-632C-42A5-A6E0-2B985BE5B0BA}" destId="{AD64C284-41EE-48B7-80CD-5B0A60EB56D4}" srcOrd="1" destOrd="0" presId="urn:microsoft.com/office/officeart/2016/7/layout/LinearBlockProcessNumbered"/>
    <dgm:cxn modelId="{1A869C2B-D9F3-4457-B59D-FF8498064E79}" srcId="{61AF591B-91A1-43F0-9368-1B50032912E4}" destId="{09F0C333-BC01-4C46-9B6A-1A8E2825B660}" srcOrd="1" destOrd="0" parTransId="{C849E845-D238-47D2-A6A9-31527E07336E}" sibTransId="{76AA3AEA-F91A-4DE5-80F6-972EAE07AC60}"/>
    <dgm:cxn modelId="{D18E5E3E-7B51-4ADB-BA6C-21DF025098A2}" type="presOf" srcId="{09F0C333-BC01-4C46-9B6A-1A8E2825B660}" destId="{E4427066-F8B0-4ACE-8E6C-203F7DEC00FA}" srcOrd="1" destOrd="0" presId="urn:microsoft.com/office/officeart/2016/7/layout/LinearBlockProcessNumbered"/>
    <dgm:cxn modelId="{3214117F-A918-435F-AE29-DA706D61AFFD}" type="presOf" srcId="{04A66EDC-632C-42A5-A6E0-2B985BE5B0BA}" destId="{06544E49-EDC4-4F16-B52F-A65D520CAD66}" srcOrd="0" destOrd="0" presId="urn:microsoft.com/office/officeart/2016/7/layout/LinearBlockProcessNumbered"/>
    <dgm:cxn modelId="{A4F0A58A-E610-4585-9538-76C658A58A43}" type="presOf" srcId="{09F0C333-BC01-4C46-9B6A-1A8E2825B660}" destId="{BC736A15-3457-481C-962E-9C0D2DA6E061}" srcOrd="0" destOrd="0" presId="urn:microsoft.com/office/officeart/2016/7/layout/LinearBlockProcessNumbered"/>
    <dgm:cxn modelId="{41CA3799-D116-4E0A-A4C1-5A4F5E8E026E}" type="presOf" srcId="{76AA3AEA-F91A-4DE5-80F6-972EAE07AC60}" destId="{52CED822-93CA-4975-8933-88E1AE860328}" srcOrd="0" destOrd="0" presId="urn:microsoft.com/office/officeart/2016/7/layout/LinearBlockProcessNumbered"/>
    <dgm:cxn modelId="{95D96B9D-6EDC-440D-A0DE-4DB9930426D5}" type="presOf" srcId="{61AF591B-91A1-43F0-9368-1B50032912E4}" destId="{07EDA9D1-5B94-4592-A489-8FF88C8A0E51}" srcOrd="0" destOrd="0" presId="urn:microsoft.com/office/officeart/2016/7/layout/LinearBlockProcessNumbered"/>
    <dgm:cxn modelId="{C395D6B2-EB85-46DF-8397-A0C2D5967233}" srcId="{61AF591B-91A1-43F0-9368-1B50032912E4}" destId="{04A66EDC-632C-42A5-A6E0-2B985BE5B0BA}" srcOrd="0" destOrd="0" parTransId="{5A8BD3F4-7542-44AD-ACAD-23EFDC801D28}" sibTransId="{F1DBEF22-CBA8-4C76-8549-D42C7D0D5A91}"/>
    <dgm:cxn modelId="{DBB83CDE-F6D0-480F-B8D6-FE5FB9DE54A8}" type="presOf" srcId="{F1DBEF22-CBA8-4C76-8549-D42C7D0D5A91}" destId="{A1107A53-06BE-47A6-9053-A7F1B981B46D}" srcOrd="0" destOrd="0" presId="urn:microsoft.com/office/officeart/2016/7/layout/LinearBlockProcessNumbered"/>
    <dgm:cxn modelId="{7DD0FC33-E931-483F-8561-E39DDDEB42B5}" type="presParOf" srcId="{07EDA9D1-5B94-4592-A489-8FF88C8A0E51}" destId="{9A0817FD-EC22-44E0-B243-A37F48CD3C75}" srcOrd="0" destOrd="0" presId="urn:microsoft.com/office/officeart/2016/7/layout/LinearBlockProcessNumbered"/>
    <dgm:cxn modelId="{14CE8110-6346-44F4-B5F6-02C0CC85B1C7}" type="presParOf" srcId="{9A0817FD-EC22-44E0-B243-A37F48CD3C75}" destId="{06544E49-EDC4-4F16-B52F-A65D520CAD66}" srcOrd="0" destOrd="0" presId="urn:microsoft.com/office/officeart/2016/7/layout/LinearBlockProcessNumbered"/>
    <dgm:cxn modelId="{409B6AAB-09C7-4B9B-8467-4DAAD6222ABC}" type="presParOf" srcId="{9A0817FD-EC22-44E0-B243-A37F48CD3C75}" destId="{A1107A53-06BE-47A6-9053-A7F1B981B46D}" srcOrd="1" destOrd="0" presId="urn:microsoft.com/office/officeart/2016/7/layout/LinearBlockProcessNumbered"/>
    <dgm:cxn modelId="{3D4087F1-F1FA-4332-869C-D3CEBC630B02}" type="presParOf" srcId="{9A0817FD-EC22-44E0-B243-A37F48CD3C75}" destId="{AD64C284-41EE-48B7-80CD-5B0A60EB56D4}" srcOrd="2" destOrd="0" presId="urn:microsoft.com/office/officeart/2016/7/layout/LinearBlockProcessNumbered"/>
    <dgm:cxn modelId="{25D5A34A-3795-49C1-8667-C37CA042436A}" type="presParOf" srcId="{07EDA9D1-5B94-4592-A489-8FF88C8A0E51}" destId="{C0ABD01A-07B7-42D7-A97D-B47F88071794}" srcOrd="1" destOrd="0" presId="urn:microsoft.com/office/officeart/2016/7/layout/LinearBlockProcessNumbered"/>
    <dgm:cxn modelId="{6C74FB44-3D81-4D30-B9FF-6DE935715BC2}" type="presParOf" srcId="{07EDA9D1-5B94-4592-A489-8FF88C8A0E51}" destId="{B6ACBFE4-7725-484F-9CE4-E50759EC53B4}" srcOrd="2" destOrd="0" presId="urn:microsoft.com/office/officeart/2016/7/layout/LinearBlockProcessNumbered"/>
    <dgm:cxn modelId="{640709F3-B5BE-424E-A688-C3AE9B6D4F27}" type="presParOf" srcId="{B6ACBFE4-7725-484F-9CE4-E50759EC53B4}" destId="{BC736A15-3457-481C-962E-9C0D2DA6E061}" srcOrd="0" destOrd="0" presId="urn:microsoft.com/office/officeart/2016/7/layout/LinearBlockProcessNumbered"/>
    <dgm:cxn modelId="{FF8FAB9E-8F21-46A7-9151-981A9F5C5D82}" type="presParOf" srcId="{B6ACBFE4-7725-484F-9CE4-E50759EC53B4}" destId="{52CED822-93CA-4975-8933-88E1AE860328}" srcOrd="1" destOrd="0" presId="urn:microsoft.com/office/officeart/2016/7/layout/LinearBlockProcessNumbered"/>
    <dgm:cxn modelId="{F1A547BF-653A-427A-B5C1-62698C791F5B}" type="presParOf" srcId="{B6ACBFE4-7725-484F-9CE4-E50759EC53B4}" destId="{E4427066-F8B0-4ACE-8E6C-203F7DEC00F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F7B2ED7-4BCF-4153-BCFA-47D0B208A0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E07B7142-A18E-41C8-AF03-AA6DB7339279}">
      <dgm:prSet custT="1"/>
      <dgm:spPr/>
      <dgm:t>
        <a:bodyPr/>
        <a:lstStyle/>
        <a:p>
          <a:r>
            <a:rPr lang="en-US" sz="2400"/>
            <a:t>Sikap skeptis yang terarah</a:t>
          </a:r>
        </a:p>
      </dgm:t>
    </dgm:pt>
    <dgm:pt modelId="{6EED2788-A0B0-4669-9C82-BAEDF64DE14A}" type="parTrans" cxnId="{A8C8BE68-6B99-462D-80CC-780D8493AEC9}">
      <dgm:prSet/>
      <dgm:spPr/>
      <dgm:t>
        <a:bodyPr/>
        <a:lstStyle/>
        <a:p>
          <a:endParaRPr lang="en-US" sz="2400"/>
        </a:p>
      </dgm:t>
    </dgm:pt>
    <dgm:pt modelId="{B61052EB-E8CA-47A8-BD44-94B8DA121E60}" type="sibTrans" cxnId="{A8C8BE68-6B99-462D-80CC-780D8493AEC9}">
      <dgm:prSet/>
      <dgm:spPr/>
      <dgm:t>
        <a:bodyPr/>
        <a:lstStyle/>
        <a:p>
          <a:endParaRPr lang="en-US" sz="2400"/>
        </a:p>
      </dgm:t>
    </dgm:pt>
    <dgm:pt modelId="{B25599F1-76E0-4FB6-ACE4-9C0B37A99828}">
      <dgm:prSet custT="1"/>
      <dgm:spPr/>
      <dgm:t>
        <a:bodyPr/>
        <a:lstStyle/>
        <a:p>
          <a:r>
            <a:rPr lang="en-US" sz="2400"/>
            <a:t>Peneliti tidak seharusnya menerima ide atau bukti baru apa adanya dengan sikap tidak kritis. </a:t>
          </a:r>
        </a:p>
      </dgm:t>
    </dgm:pt>
    <dgm:pt modelId="{1A929206-AD7D-4E37-8E7C-2523B3DD6141}" type="parTrans" cxnId="{07A52915-9912-412E-850F-62FCA56E0572}">
      <dgm:prSet/>
      <dgm:spPr/>
      <dgm:t>
        <a:bodyPr/>
        <a:lstStyle/>
        <a:p>
          <a:endParaRPr lang="en-US" sz="2400"/>
        </a:p>
      </dgm:t>
    </dgm:pt>
    <dgm:pt modelId="{90AAF504-79BC-491B-8DEC-4D1704C2FF60}" type="sibTrans" cxnId="{07A52915-9912-412E-850F-62FCA56E0572}">
      <dgm:prSet/>
      <dgm:spPr/>
      <dgm:t>
        <a:bodyPr/>
        <a:lstStyle/>
        <a:p>
          <a:endParaRPr lang="en-US" sz="2400"/>
        </a:p>
      </dgm:t>
    </dgm:pt>
    <dgm:pt modelId="{4BB52A8B-15E5-47B2-AEFF-B23CF9894279}">
      <dgm:prSet custT="1"/>
      <dgm:spPr/>
      <dgm:t>
        <a:bodyPr/>
        <a:lstStyle/>
        <a:p>
          <a:r>
            <a:rPr lang="en-US" sz="2400"/>
            <a:t>Peneliti harus bersikap kritis dan mempertanyakan dengan cermat segala bukti dan pernyataan yang muncul.</a:t>
          </a:r>
        </a:p>
      </dgm:t>
    </dgm:pt>
    <dgm:pt modelId="{3AC80F54-63F5-40BB-A34B-BA0A154E403C}" type="parTrans" cxnId="{25B2C569-2F42-4942-A0E3-D190B64EDA2A}">
      <dgm:prSet/>
      <dgm:spPr/>
      <dgm:t>
        <a:bodyPr/>
        <a:lstStyle/>
        <a:p>
          <a:endParaRPr lang="en-US" sz="2400"/>
        </a:p>
      </dgm:t>
    </dgm:pt>
    <dgm:pt modelId="{70226B08-52D9-4A44-BE23-98509C9F6AAB}" type="sibTrans" cxnId="{25B2C569-2F42-4942-A0E3-D190B64EDA2A}">
      <dgm:prSet/>
      <dgm:spPr/>
      <dgm:t>
        <a:bodyPr/>
        <a:lstStyle/>
        <a:p>
          <a:endParaRPr lang="en-US" sz="2400"/>
        </a:p>
      </dgm:t>
    </dgm:pt>
    <dgm:pt modelId="{6101C30C-D730-47BC-A922-8BCEF92F400D}">
      <dgm:prSet custT="1"/>
      <dgm:spPr/>
      <dgm:t>
        <a:bodyPr/>
        <a:lstStyle/>
        <a:p>
          <a:r>
            <a:rPr lang="en-US" sz="2400" dirty="0" err="1"/>
            <a:t>Pengkritisian</a:t>
          </a:r>
          <a:r>
            <a:rPr lang="en-US" sz="2400" dirty="0"/>
            <a:t> </a:t>
          </a:r>
          <a:r>
            <a:rPr lang="en-US" sz="2400" dirty="0" err="1"/>
            <a:t>tidak</a:t>
          </a:r>
          <a:r>
            <a:rPr lang="en-US" sz="2400" dirty="0"/>
            <a:t> </a:t>
          </a:r>
          <a:r>
            <a:rPr lang="en-US" sz="2400" dirty="0" err="1"/>
            <a:t>bertujuan</a:t>
          </a:r>
          <a:r>
            <a:rPr lang="en-US" sz="2400" dirty="0"/>
            <a:t> </a:t>
          </a:r>
          <a:r>
            <a:rPr lang="en-US" sz="2400" dirty="0" err="1"/>
            <a:t>untuk</a:t>
          </a:r>
          <a:r>
            <a:rPr lang="en-US" sz="2400" dirty="0"/>
            <a:t> </a:t>
          </a:r>
          <a:r>
            <a:rPr lang="en-US" sz="2400" dirty="0" err="1"/>
            <a:t>menyerang</a:t>
          </a:r>
          <a:r>
            <a:rPr lang="en-US" sz="2400" dirty="0"/>
            <a:t> </a:t>
          </a:r>
          <a:r>
            <a:rPr lang="en-US" sz="2400" dirty="0" err="1"/>
            <a:t>pihak</a:t>
          </a:r>
          <a:r>
            <a:rPr lang="en-US" sz="2400" dirty="0"/>
            <a:t> </a:t>
          </a:r>
          <a:r>
            <a:rPr lang="en-US" sz="2400" dirty="0" err="1"/>
            <a:t>tertentu</a:t>
          </a:r>
          <a:r>
            <a:rPr lang="en-US" sz="2400" dirty="0"/>
            <a:t> </a:t>
          </a:r>
          <a:r>
            <a:rPr lang="en-US" sz="2400" dirty="0" err="1"/>
            <a:t>melainkan</a:t>
          </a:r>
          <a:r>
            <a:rPr lang="en-US" sz="2400" dirty="0"/>
            <a:t> </a:t>
          </a:r>
          <a:r>
            <a:rPr lang="en-US" sz="2400" dirty="0" err="1"/>
            <a:t>untuk</a:t>
          </a:r>
          <a:r>
            <a:rPr lang="en-US" sz="2400" dirty="0"/>
            <a:t> </a:t>
          </a:r>
          <a:r>
            <a:rPr lang="en-US" sz="2400" dirty="0" err="1"/>
            <a:t>memastikan</a:t>
          </a:r>
          <a:r>
            <a:rPr lang="en-US" sz="2400" dirty="0"/>
            <a:t> </a:t>
          </a:r>
          <a:r>
            <a:rPr lang="en-US" sz="2400" dirty="0" err="1"/>
            <a:t>bahwa</a:t>
          </a:r>
          <a:r>
            <a:rPr lang="en-US" sz="2400" dirty="0"/>
            <a:t> </a:t>
          </a:r>
          <a:r>
            <a:rPr lang="en-US" sz="2400" dirty="0" err="1"/>
            <a:t>metode</a:t>
          </a:r>
          <a:r>
            <a:rPr lang="en-US" sz="2400" dirty="0"/>
            <a:t> </a:t>
          </a:r>
          <a:r>
            <a:rPr lang="en-US" sz="2400" dirty="0" err="1"/>
            <a:t>penelitian</a:t>
          </a:r>
          <a:r>
            <a:rPr lang="en-US" sz="2400" dirty="0"/>
            <a:t> yang </a:t>
          </a:r>
          <a:r>
            <a:rPr lang="en-US" sz="2400" dirty="0" err="1"/>
            <a:t>digunakan</a:t>
          </a:r>
          <a:r>
            <a:rPr lang="en-US" sz="2400" dirty="0"/>
            <a:t> </a:t>
          </a:r>
          <a:r>
            <a:rPr lang="en-US" sz="2400" dirty="0" err="1"/>
            <a:t>benar</a:t>
          </a:r>
          <a:r>
            <a:rPr lang="en-US" sz="2400" dirty="0"/>
            <a:t> dan </a:t>
          </a:r>
          <a:r>
            <a:rPr lang="en-US" sz="2400" dirty="0" err="1"/>
            <a:t>telah</a:t>
          </a:r>
          <a:r>
            <a:rPr lang="en-US" sz="2400" dirty="0"/>
            <a:t> </a:t>
          </a:r>
          <a:r>
            <a:rPr lang="en-US" sz="2400" dirty="0" err="1"/>
            <a:t>dijalankan</a:t>
          </a:r>
          <a:r>
            <a:rPr lang="en-US" sz="2400" dirty="0"/>
            <a:t> </a:t>
          </a:r>
          <a:r>
            <a:rPr lang="en-US" sz="2400" dirty="0" err="1"/>
            <a:t>dengan</a:t>
          </a:r>
          <a:r>
            <a:rPr lang="en-US" sz="2400" dirty="0"/>
            <a:t> </a:t>
          </a:r>
          <a:r>
            <a:rPr lang="en-US" sz="2400" dirty="0" err="1"/>
            <a:t>benar</a:t>
          </a:r>
          <a:r>
            <a:rPr lang="en-US" sz="2400" dirty="0"/>
            <a:t>.</a:t>
          </a:r>
        </a:p>
      </dgm:t>
    </dgm:pt>
    <dgm:pt modelId="{BD3F79D8-C15C-4652-AFB6-CD2E44926136}" type="parTrans" cxnId="{D4C5A2B1-72F4-4907-AA82-DF4A7FDBCA80}">
      <dgm:prSet/>
      <dgm:spPr/>
      <dgm:t>
        <a:bodyPr/>
        <a:lstStyle/>
        <a:p>
          <a:endParaRPr lang="en-US" sz="2400"/>
        </a:p>
      </dgm:t>
    </dgm:pt>
    <dgm:pt modelId="{71D73424-0369-4600-A7D8-097861396DA1}" type="sibTrans" cxnId="{D4C5A2B1-72F4-4907-AA82-DF4A7FDBCA80}">
      <dgm:prSet/>
      <dgm:spPr/>
      <dgm:t>
        <a:bodyPr/>
        <a:lstStyle/>
        <a:p>
          <a:endParaRPr lang="en-US" sz="2400"/>
        </a:p>
      </dgm:t>
    </dgm:pt>
    <dgm:pt modelId="{64D5380C-A619-47C4-BBA7-E36D50C4997B}" type="pres">
      <dgm:prSet presAssocID="{3F7B2ED7-4BCF-4153-BCFA-47D0B208A077}" presName="root" presStyleCnt="0">
        <dgm:presLayoutVars>
          <dgm:dir/>
          <dgm:resizeHandles val="exact"/>
        </dgm:presLayoutVars>
      </dgm:prSet>
      <dgm:spPr/>
    </dgm:pt>
    <dgm:pt modelId="{13176564-0CA4-4B53-9626-170818444428}" type="pres">
      <dgm:prSet presAssocID="{E07B7142-A18E-41C8-AF03-AA6DB7339279}" presName="compNode" presStyleCnt="0"/>
      <dgm:spPr/>
    </dgm:pt>
    <dgm:pt modelId="{24E26258-C0A2-4BFF-B552-D398013204DE}" type="pres">
      <dgm:prSet presAssocID="{E07B7142-A18E-41C8-AF03-AA6DB7339279}" presName="bgRect" presStyleLbl="bgShp" presStyleIdx="0" presStyleCnt="4"/>
      <dgm:spPr/>
    </dgm:pt>
    <dgm:pt modelId="{2D635627-E877-428E-B7F7-815B62813FCE}" type="pres">
      <dgm:prSet presAssocID="{E07B7142-A18E-41C8-AF03-AA6DB733927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1AFF4A49-A53B-49FA-983C-49BF86198A37}" type="pres">
      <dgm:prSet presAssocID="{E07B7142-A18E-41C8-AF03-AA6DB7339279}" presName="spaceRect" presStyleCnt="0"/>
      <dgm:spPr/>
    </dgm:pt>
    <dgm:pt modelId="{CB5FE901-CAB8-4BBE-902C-EC28215010BA}" type="pres">
      <dgm:prSet presAssocID="{E07B7142-A18E-41C8-AF03-AA6DB7339279}" presName="parTx" presStyleLbl="revTx" presStyleIdx="0" presStyleCnt="4">
        <dgm:presLayoutVars>
          <dgm:chMax val="0"/>
          <dgm:chPref val="0"/>
        </dgm:presLayoutVars>
      </dgm:prSet>
      <dgm:spPr/>
    </dgm:pt>
    <dgm:pt modelId="{D2973E69-C606-47F7-B50B-90023051DD04}" type="pres">
      <dgm:prSet presAssocID="{B61052EB-E8CA-47A8-BD44-94B8DA121E60}" presName="sibTrans" presStyleCnt="0"/>
      <dgm:spPr/>
    </dgm:pt>
    <dgm:pt modelId="{90B74B31-91B8-484A-A16A-FFFE45E75D9C}" type="pres">
      <dgm:prSet presAssocID="{B25599F1-76E0-4FB6-ACE4-9C0B37A99828}" presName="compNode" presStyleCnt="0"/>
      <dgm:spPr/>
    </dgm:pt>
    <dgm:pt modelId="{D1D9CC5A-63DF-4ACB-AE29-579C94583E0D}" type="pres">
      <dgm:prSet presAssocID="{B25599F1-76E0-4FB6-ACE4-9C0B37A99828}" presName="bgRect" presStyleLbl="bgShp" presStyleIdx="1" presStyleCnt="4"/>
      <dgm:spPr/>
    </dgm:pt>
    <dgm:pt modelId="{1B772FAB-2930-43A4-9792-E177FC49A7FC}" type="pres">
      <dgm:prSet presAssocID="{B25599F1-76E0-4FB6-ACE4-9C0B37A998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2D98D9A-2482-43C2-97FD-938EF915C472}" type="pres">
      <dgm:prSet presAssocID="{B25599F1-76E0-4FB6-ACE4-9C0B37A99828}" presName="spaceRect" presStyleCnt="0"/>
      <dgm:spPr/>
    </dgm:pt>
    <dgm:pt modelId="{2D835EE0-AF5E-4482-99B6-6CA008551F2C}" type="pres">
      <dgm:prSet presAssocID="{B25599F1-76E0-4FB6-ACE4-9C0B37A99828}" presName="parTx" presStyleLbl="revTx" presStyleIdx="1" presStyleCnt="4">
        <dgm:presLayoutVars>
          <dgm:chMax val="0"/>
          <dgm:chPref val="0"/>
        </dgm:presLayoutVars>
      </dgm:prSet>
      <dgm:spPr/>
    </dgm:pt>
    <dgm:pt modelId="{9155A5B1-E9E8-4D66-9DB1-941AD914024C}" type="pres">
      <dgm:prSet presAssocID="{90AAF504-79BC-491B-8DEC-4D1704C2FF60}" presName="sibTrans" presStyleCnt="0"/>
      <dgm:spPr/>
    </dgm:pt>
    <dgm:pt modelId="{701B1693-DA0C-4D7A-BD32-855B1F2CA26E}" type="pres">
      <dgm:prSet presAssocID="{4BB52A8B-15E5-47B2-AEFF-B23CF9894279}" presName="compNode" presStyleCnt="0"/>
      <dgm:spPr/>
    </dgm:pt>
    <dgm:pt modelId="{93AB885A-0B71-42A5-8187-71F9F94F46E1}" type="pres">
      <dgm:prSet presAssocID="{4BB52A8B-15E5-47B2-AEFF-B23CF9894279}" presName="bgRect" presStyleLbl="bgShp" presStyleIdx="2" presStyleCnt="4"/>
      <dgm:spPr/>
    </dgm:pt>
    <dgm:pt modelId="{87301877-A771-4F8A-A3D8-94BD0C94F170}" type="pres">
      <dgm:prSet presAssocID="{4BB52A8B-15E5-47B2-AEFF-B23CF98942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74BA17B-B203-42B2-BD3F-A28CB23D6112}" type="pres">
      <dgm:prSet presAssocID="{4BB52A8B-15E5-47B2-AEFF-B23CF9894279}" presName="spaceRect" presStyleCnt="0"/>
      <dgm:spPr/>
    </dgm:pt>
    <dgm:pt modelId="{DDB02405-1FFD-422F-88A6-8598CED1610A}" type="pres">
      <dgm:prSet presAssocID="{4BB52A8B-15E5-47B2-AEFF-B23CF9894279}" presName="parTx" presStyleLbl="revTx" presStyleIdx="2" presStyleCnt="4">
        <dgm:presLayoutVars>
          <dgm:chMax val="0"/>
          <dgm:chPref val="0"/>
        </dgm:presLayoutVars>
      </dgm:prSet>
      <dgm:spPr/>
    </dgm:pt>
    <dgm:pt modelId="{F83C92E0-E269-4547-B4AB-198891BB7FB3}" type="pres">
      <dgm:prSet presAssocID="{70226B08-52D9-4A44-BE23-98509C9F6AAB}" presName="sibTrans" presStyleCnt="0"/>
      <dgm:spPr/>
    </dgm:pt>
    <dgm:pt modelId="{E74D8B7C-91F3-4181-A559-18281573C8ED}" type="pres">
      <dgm:prSet presAssocID="{6101C30C-D730-47BC-A922-8BCEF92F400D}" presName="compNode" presStyleCnt="0"/>
      <dgm:spPr/>
    </dgm:pt>
    <dgm:pt modelId="{545A7C90-BC0C-4E37-91B0-11DACB1381FE}" type="pres">
      <dgm:prSet presAssocID="{6101C30C-D730-47BC-A922-8BCEF92F400D}" presName="bgRect" presStyleLbl="bgShp" presStyleIdx="3" presStyleCnt="4" custScaleY="170974"/>
      <dgm:spPr/>
    </dgm:pt>
    <dgm:pt modelId="{69E0F31B-668A-4E83-92BB-27CDB5FC4FC7}" type="pres">
      <dgm:prSet presAssocID="{6101C30C-D730-47BC-A922-8BCEF92F40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E789CBF-3E91-4A58-A7D9-CFC69D4A6A14}" type="pres">
      <dgm:prSet presAssocID="{6101C30C-D730-47BC-A922-8BCEF92F400D}" presName="spaceRect" presStyleCnt="0"/>
      <dgm:spPr/>
    </dgm:pt>
    <dgm:pt modelId="{2E30C6BE-384E-4614-A284-6BA31BACFEAE}" type="pres">
      <dgm:prSet presAssocID="{6101C30C-D730-47BC-A922-8BCEF92F400D}" presName="parTx" presStyleLbl="revTx" presStyleIdx="3" presStyleCnt="4" custScaleY="187258">
        <dgm:presLayoutVars>
          <dgm:chMax val="0"/>
          <dgm:chPref val="0"/>
        </dgm:presLayoutVars>
      </dgm:prSet>
      <dgm:spPr/>
    </dgm:pt>
  </dgm:ptLst>
  <dgm:cxnLst>
    <dgm:cxn modelId="{07A52915-9912-412E-850F-62FCA56E0572}" srcId="{3F7B2ED7-4BCF-4153-BCFA-47D0B208A077}" destId="{B25599F1-76E0-4FB6-ACE4-9C0B37A99828}" srcOrd="1" destOrd="0" parTransId="{1A929206-AD7D-4E37-8E7C-2523B3DD6141}" sibTransId="{90AAF504-79BC-491B-8DEC-4D1704C2FF60}"/>
    <dgm:cxn modelId="{A8C8BE68-6B99-462D-80CC-780D8493AEC9}" srcId="{3F7B2ED7-4BCF-4153-BCFA-47D0B208A077}" destId="{E07B7142-A18E-41C8-AF03-AA6DB7339279}" srcOrd="0" destOrd="0" parTransId="{6EED2788-A0B0-4669-9C82-BAEDF64DE14A}" sibTransId="{B61052EB-E8CA-47A8-BD44-94B8DA121E60}"/>
    <dgm:cxn modelId="{25B2C569-2F42-4942-A0E3-D190B64EDA2A}" srcId="{3F7B2ED7-4BCF-4153-BCFA-47D0B208A077}" destId="{4BB52A8B-15E5-47B2-AEFF-B23CF9894279}" srcOrd="2" destOrd="0" parTransId="{3AC80F54-63F5-40BB-A34B-BA0A154E403C}" sibTransId="{70226B08-52D9-4A44-BE23-98509C9F6AAB}"/>
    <dgm:cxn modelId="{3BD1C24A-B45B-48B2-899A-2C287BBBCC0A}" type="presOf" srcId="{3F7B2ED7-4BCF-4153-BCFA-47D0B208A077}" destId="{64D5380C-A619-47C4-BBA7-E36D50C4997B}" srcOrd="0" destOrd="0" presId="urn:microsoft.com/office/officeart/2018/2/layout/IconVerticalSolidList"/>
    <dgm:cxn modelId="{D4C5A2B1-72F4-4907-AA82-DF4A7FDBCA80}" srcId="{3F7B2ED7-4BCF-4153-BCFA-47D0B208A077}" destId="{6101C30C-D730-47BC-A922-8BCEF92F400D}" srcOrd="3" destOrd="0" parTransId="{BD3F79D8-C15C-4652-AFB6-CD2E44926136}" sibTransId="{71D73424-0369-4600-A7D8-097861396DA1}"/>
    <dgm:cxn modelId="{19EC46B2-176D-4197-89A7-FD1F680E2AA0}" type="presOf" srcId="{E07B7142-A18E-41C8-AF03-AA6DB7339279}" destId="{CB5FE901-CAB8-4BBE-902C-EC28215010BA}" srcOrd="0" destOrd="0" presId="urn:microsoft.com/office/officeart/2018/2/layout/IconVerticalSolidList"/>
    <dgm:cxn modelId="{CC0E99BD-6F47-472B-9697-031A4C580FC5}" type="presOf" srcId="{6101C30C-D730-47BC-A922-8BCEF92F400D}" destId="{2E30C6BE-384E-4614-A284-6BA31BACFEAE}" srcOrd="0" destOrd="0" presId="urn:microsoft.com/office/officeart/2018/2/layout/IconVerticalSolidList"/>
    <dgm:cxn modelId="{765338CD-EE27-4EEB-A990-DBDC8ED90730}" type="presOf" srcId="{4BB52A8B-15E5-47B2-AEFF-B23CF9894279}" destId="{DDB02405-1FFD-422F-88A6-8598CED1610A}" srcOrd="0" destOrd="0" presId="urn:microsoft.com/office/officeart/2018/2/layout/IconVerticalSolidList"/>
    <dgm:cxn modelId="{7BDD05F0-5B41-4D74-AA8A-D5157F59F228}" type="presOf" srcId="{B25599F1-76E0-4FB6-ACE4-9C0B37A99828}" destId="{2D835EE0-AF5E-4482-99B6-6CA008551F2C}" srcOrd="0" destOrd="0" presId="urn:microsoft.com/office/officeart/2018/2/layout/IconVerticalSolidList"/>
    <dgm:cxn modelId="{98166568-4B27-43B3-8FEA-9C0BE4EB6986}" type="presParOf" srcId="{64D5380C-A619-47C4-BBA7-E36D50C4997B}" destId="{13176564-0CA4-4B53-9626-170818444428}" srcOrd="0" destOrd="0" presId="urn:microsoft.com/office/officeart/2018/2/layout/IconVerticalSolidList"/>
    <dgm:cxn modelId="{2FCAF806-6C8F-479C-B47B-DD0C41092349}" type="presParOf" srcId="{13176564-0CA4-4B53-9626-170818444428}" destId="{24E26258-C0A2-4BFF-B552-D398013204DE}" srcOrd="0" destOrd="0" presId="urn:microsoft.com/office/officeart/2018/2/layout/IconVerticalSolidList"/>
    <dgm:cxn modelId="{2C002D4B-2825-4123-92F4-A3781ECBE281}" type="presParOf" srcId="{13176564-0CA4-4B53-9626-170818444428}" destId="{2D635627-E877-428E-B7F7-815B62813FCE}" srcOrd="1" destOrd="0" presId="urn:microsoft.com/office/officeart/2018/2/layout/IconVerticalSolidList"/>
    <dgm:cxn modelId="{144E9478-7D47-4C99-A5E0-FA167DC9F01A}" type="presParOf" srcId="{13176564-0CA4-4B53-9626-170818444428}" destId="{1AFF4A49-A53B-49FA-983C-49BF86198A37}" srcOrd="2" destOrd="0" presId="urn:microsoft.com/office/officeart/2018/2/layout/IconVerticalSolidList"/>
    <dgm:cxn modelId="{EE8800AC-B31E-4F11-9C61-4F9E269B8732}" type="presParOf" srcId="{13176564-0CA4-4B53-9626-170818444428}" destId="{CB5FE901-CAB8-4BBE-902C-EC28215010BA}" srcOrd="3" destOrd="0" presId="urn:microsoft.com/office/officeart/2018/2/layout/IconVerticalSolidList"/>
    <dgm:cxn modelId="{71CD3CD1-9B29-4B5B-A38D-5790FF13DCB9}" type="presParOf" srcId="{64D5380C-A619-47C4-BBA7-E36D50C4997B}" destId="{D2973E69-C606-47F7-B50B-90023051DD04}" srcOrd="1" destOrd="0" presId="urn:microsoft.com/office/officeart/2018/2/layout/IconVerticalSolidList"/>
    <dgm:cxn modelId="{DEBDF3BB-BA04-45EE-B848-36FD8E8C5F7C}" type="presParOf" srcId="{64D5380C-A619-47C4-BBA7-E36D50C4997B}" destId="{90B74B31-91B8-484A-A16A-FFFE45E75D9C}" srcOrd="2" destOrd="0" presId="urn:microsoft.com/office/officeart/2018/2/layout/IconVerticalSolidList"/>
    <dgm:cxn modelId="{8B2C1499-C4AC-459C-BCAA-51FBA430A7AC}" type="presParOf" srcId="{90B74B31-91B8-484A-A16A-FFFE45E75D9C}" destId="{D1D9CC5A-63DF-4ACB-AE29-579C94583E0D}" srcOrd="0" destOrd="0" presId="urn:microsoft.com/office/officeart/2018/2/layout/IconVerticalSolidList"/>
    <dgm:cxn modelId="{3C883645-6201-489D-9561-CD3A81439D7D}" type="presParOf" srcId="{90B74B31-91B8-484A-A16A-FFFE45E75D9C}" destId="{1B772FAB-2930-43A4-9792-E177FC49A7FC}" srcOrd="1" destOrd="0" presId="urn:microsoft.com/office/officeart/2018/2/layout/IconVerticalSolidList"/>
    <dgm:cxn modelId="{45054FA5-6068-4283-B8C1-59D87C4B0116}" type="presParOf" srcId="{90B74B31-91B8-484A-A16A-FFFE45E75D9C}" destId="{F2D98D9A-2482-43C2-97FD-938EF915C472}" srcOrd="2" destOrd="0" presId="urn:microsoft.com/office/officeart/2018/2/layout/IconVerticalSolidList"/>
    <dgm:cxn modelId="{765BCB37-F6F4-4C75-8915-868AF5EA6EEC}" type="presParOf" srcId="{90B74B31-91B8-484A-A16A-FFFE45E75D9C}" destId="{2D835EE0-AF5E-4482-99B6-6CA008551F2C}" srcOrd="3" destOrd="0" presId="urn:microsoft.com/office/officeart/2018/2/layout/IconVerticalSolidList"/>
    <dgm:cxn modelId="{26D72F48-2161-42A5-AE54-C056F914ED11}" type="presParOf" srcId="{64D5380C-A619-47C4-BBA7-E36D50C4997B}" destId="{9155A5B1-E9E8-4D66-9DB1-941AD914024C}" srcOrd="3" destOrd="0" presId="urn:microsoft.com/office/officeart/2018/2/layout/IconVerticalSolidList"/>
    <dgm:cxn modelId="{501D85F1-4B75-4B22-9217-772648D653A8}" type="presParOf" srcId="{64D5380C-A619-47C4-BBA7-E36D50C4997B}" destId="{701B1693-DA0C-4D7A-BD32-855B1F2CA26E}" srcOrd="4" destOrd="0" presId="urn:microsoft.com/office/officeart/2018/2/layout/IconVerticalSolidList"/>
    <dgm:cxn modelId="{7738C2DD-C4BB-4D50-AC36-7D63FDA9573E}" type="presParOf" srcId="{701B1693-DA0C-4D7A-BD32-855B1F2CA26E}" destId="{93AB885A-0B71-42A5-8187-71F9F94F46E1}" srcOrd="0" destOrd="0" presId="urn:microsoft.com/office/officeart/2018/2/layout/IconVerticalSolidList"/>
    <dgm:cxn modelId="{C7E10293-61B8-4B03-AD0C-4016B9F089C5}" type="presParOf" srcId="{701B1693-DA0C-4D7A-BD32-855B1F2CA26E}" destId="{87301877-A771-4F8A-A3D8-94BD0C94F170}" srcOrd="1" destOrd="0" presId="urn:microsoft.com/office/officeart/2018/2/layout/IconVerticalSolidList"/>
    <dgm:cxn modelId="{AFD6008C-59CE-43BF-B7C8-73701CACDE83}" type="presParOf" srcId="{701B1693-DA0C-4D7A-BD32-855B1F2CA26E}" destId="{B74BA17B-B203-42B2-BD3F-A28CB23D6112}" srcOrd="2" destOrd="0" presId="urn:microsoft.com/office/officeart/2018/2/layout/IconVerticalSolidList"/>
    <dgm:cxn modelId="{F50E0CEA-6B95-4073-B238-D78593E77567}" type="presParOf" srcId="{701B1693-DA0C-4D7A-BD32-855B1F2CA26E}" destId="{DDB02405-1FFD-422F-88A6-8598CED1610A}" srcOrd="3" destOrd="0" presId="urn:microsoft.com/office/officeart/2018/2/layout/IconVerticalSolidList"/>
    <dgm:cxn modelId="{1BDFD42D-452E-4C78-B3A1-BCB763EFE16F}" type="presParOf" srcId="{64D5380C-A619-47C4-BBA7-E36D50C4997B}" destId="{F83C92E0-E269-4547-B4AB-198891BB7FB3}" srcOrd="5" destOrd="0" presId="urn:microsoft.com/office/officeart/2018/2/layout/IconVerticalSolidList"/>
    <dgm:cxn modelId="{D746E740-F091-4FDD-ACFE-F9BCB7FB2459}" type="presParOf" srcId="{64D5380C-A619-47C4-BBA7-E36D50C4997B}" destId="{E74D8B7C-91F3-4181-A559-18281573C8ED}" srcOrd="6" destOrd="0" presId="urn:microsoft.com/office/officeart/2018/2/layout/IconVerticalSolidList"/>
    <dgm:cxn modelId="{63877077-6327-4F16-B9FD-F84931FE1024}" type="presParOf" srcId="{E74D8B7C-91F3-4181-A559-18281573C8ED}" destId="{545A7C90-BC0C-4E37-91B0-11DACB1381FE}" srcOrd="0" destOrd="0" presId="urn:microsoft.com/office/officeart/2018/2/layout/IconVerticalSolidList"/>
    <dgm:cxn modelId="{435BB5E3-1860-4D1C-9896-839516CA95D7}" type="presParOf" srcId="{E74D8B7C-91F3-4181-A559-18281573C8ED}" destId="{69E0F31B-668A-4E83-92BB-27CDB5FC4FC7}" srcOrd="1" destOrd="0" presId="urn:microsoft.com/office/officeart/2018/2/layout/IconVerticalSolidList"/>
    <dgm:cxn modelId="{08164217-42BD-4D56-9230-EE2E05E3EAB2}" type="presParOf" srcId="{E74D8B7C-91F3-4181-A559-18281573C8ED}" destId="{4E789CBF-3E91-4A58-A7D9-CFC69D4A6A14}" srcOrd="2" destOrd="0" presId="urn:microsoft.com/office/officeart/2018/2/layout/IconVerticalSolidList"/>
    <dgm:cxn modelId="{1610E327-FB8C-46CA-926E-239E9DD55936}" type="presParOf" srcId="{E74D8B7C-91F3-4181-A559-18281573C8ED}" destId="{2E30C6BE-384E-4614-A284-6BA31BACFE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D231E2-F740-403E-83AB-52034BC63735}" type="doc">
      <dgm:prSet loTypeId="urn:microsoft.com/office/officeart/2005/8/layout/process2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A187CB-3E94-43A5-BBE0-03CB51C5F607}">
      <dgm:prSet custT="1"/>
      <dgm:spPr/>
      <dgm:t>
        <a:bodyPr/>
        <a:lstStyle/>
        <a:p>
          <a:r>
            <a:rPr lang="en-US" sz="2400"/>
            <a:t>Tidak memihak</a:t>
          </a:r>
        </a:p>
      </dgm:t>
    </dgm:pt>
    <dgm:pt modelId="{56AB6527-F65A-4266-8329-D08F9A5A993F}" type="parTrans" cxnId="{D3BAE8A6-3718-4996-9963-6D62EA0EEDDD}">
      <dgm:prSet/>
      <dgm:spPr/>
      <dgm:t>
        <a:bodyPr/>
        <a:lstStyle/>
        <a:p>
          <a:endParaRPr lang="en-US" sz="2400"/>
        </a:p>
      </dgm:t>
    </dgm:pt>
    <dgm:pt modelId="{1D67BBE1-13DB-44DC-9289-C4A8BD3931FE}" type="sibTrans" cxnId="{D3BAE8A6-3718-4996-9963-6D62EA0EEDDD}">
      <dgm:prSet custT="1"/>
      <dgm:spPr/>
      <dgm:t>
        <a:bodyPr/>
        <a:lstStyle/>
        <a:p>
          <a:endParaRPr lang="en-US" sz="2400"/>
        </a:p>
      </dgm:t>
    </dgm:pt>
    <dgm:pt modelId="{2D5BA9E2-E159-4E7C-A336-74B910993003}">
      <dgm:prSet custT="1"/>
      <dgm:spPr/>
      <dgm:t>
        <a:bodyPr/>
        <a:lstStyle/>
        <a:p>
          <a:r>
            <a:rPr lang="en-US" sz="2400"/>
            <a:t>Peneliti harus netral dan terbuka terhadap hal – hal baru yang tidak terduga.</a:t>
          </a:r>
        </a:p>
      </dgm:t>
    </dgm:pt>
    <dgm:pt modelId="{791D1DF6-5192-4627-A72F-410A5D18C152}" type="parTrans" cxnId="{4AC9F7BE-97CA-46DB-ADFD-E2C61F2FE9DE}">
      <dgm:prSet/>
      <dgm:spPr/>
      <dgm:t>
        <a:bodyPr/>
        <a:lstStyle/>
        <a:p>
          <a:endParaRPr lang="en-US" sz="2400"/>
        </a:p>
      </dgm:t>
    </dgm:pt>
    <dgm:pt modelId="{4CB1F2FA-AD44-44B9-B1A8-4533185F8D4A}" type="sibTrans" cxnId="{4AC9F7BE-97CA-46DB-ADFD-E2C61F2FE9DE}">
      <dgm:prSet custT="1"/>
      <dgm:spPr/>
      <dgm:t>
        <a:bodyPr/>
        <a:lstStyle/>
        <a:p>
          <a:endParaRPr lang="en-US" sz="2400"/>
        </a:p>
      </dgm:t>
    </dgm:pt>
    <dgm:pt modelId="{7D3CEFD8-2F14-4DE1-9D9C-D7103C6EEF7F}">
      <dgm:prSet custT="1"/>
      <dgm:spPr/>
      <dgm:t>
        <a:bodyPr/>
        <a:lstStyle/>
        <a:p>
          <a:r>
            <a:rPr lang="en-US" sz="2400"/>
            <a:t>Peneliti harus dapat menerima dan terus menelusuri bukti – bukti ilmiah meskipun bukti tersebut berlawanan dengan argumen awalnya</a:t>
          </a:r>
        </a:p>
      </dgm:t>
    </dgm:pt>
    <dgm:pt modelId="{90A9FB02-B077-4A45-88E3-F14F9AD5321B}" type="parTrans" cxnId="{6D705E75-93F1-4201-B82D-EDE8A8B00C62}">
      <dgm:prSet/>
      <dgm:spPr/>
      <dgm:t>
        <a:bodyPr/>
        <a:lstStyle/>
        <a:p>
          <a:endParaRPr lang="en-US" sz="2400"/>
        </a:p>
      </dgm:t>
    </dgm:pt>
    <dgm:pt modelId="{920E7D1D-E251-4246-842C-C49935E17EDF}" type="sibTrans" cxnId="{6D705E75-93F1-4201-B82D-EDE8A8B00C62}">
      <dgm:prSet/>
      <dgm:spPr/>
      <dgm:t>
        <a:bodyPr/>
        <a:lstStyle/>
        <a:p>
          <a:endParaRPr lang="en-US" sz="2400"/>
        </a:p>
      </dgm:t>
    </dgm:pt>
    <dgm:pt modelId="{ED4B6AE9-0A42-47E5-8A63-8CCC5B146E9F}" type="pres">
      <dgm:prSet presAssocID="{B5D231E2-F740-403E-83AB-52034BC63735}" presName="linearFlow" presStyleCnt="0">
        <dgm:presLayoutVars>
          <dgm:resizeHandles val="exact"/>
        </dgm:presLayoutVars>
      </dgm:prSet>
      <dgm:spPr/>
    </dgm:pt>
    <dgm:pt modelId="{50AA5FE4-8C0C-4F73-BD8C-4AEAEC0D0928}" type="pres">
      <dgm:prSet presAssocID="{CBA187CB-3E94-43A5-BBE0-03CB51C5F607}" presName="node" presStyleLbl="node1" presStyleIdx="0" presStyleCnt="3">
        <dgm:presLayoutVars>
          <dgm:bulletEnabled val="1"/>
        </dgm:presLayoutVars>
      </dgm:prSet>
      <dgm:spPr/>
    </dgm:pt>
    <dgm:pt modelId="{13BABE68-962D-48FA-823A-FF5E91E657D1}" type="pres">
      <dgm:prSet presAssocID="{1D67BBE1-13DB-44DC-9289-C4A8BD3931FE}" presName="sibTrans" presStyleLbl="sibTrans2D1" presStyleIdx="0" presStyleCnt="2"/>
      <dgm:spPr/>
    </dgm:pt>
    <dgm:pt modelId="{6B564CFB-2129-4F96-BEDA-15EAD79CD959}" type="pres">
      <dgm:prSet presAssocID="{1D67BBE1-13DB-44DC-9289-C4A8BD3931FE}" presName="connectorText" presStyleLbl="sibTrans2D1" presStyleIdx="0" presStyleCnt="2"/>
      <dgm:spPr/>
    </dgm:pt>
    <dgm:pt modelId="{03B1A4C2-C4D4-46CA-A78F-44A166EB62BF}" type="pres">
      <dgm:prSet presAssocID="{2D5BA9E2-E159-4E7C-A336-74B910993003}" presName="node" presStyleLbl="node1" presStyleIdx="1" presStyleCnt="3">
        <dgm:presLayoutVars>
          <dgm:bulletEnabled val="1"/>
        </dgm:presLayoutVars>
      </dgm:prSet>
      <dgm:spPr/>
    </dgm:pt>
    <dgm:pt modelId="{07FD54B6-29EB-4158-B454-0C1DC05FDC7D}" type="pres">
      <dgm:prSet presAssocID="{4CB1F2FA-AD44-44B9-B1A8-4533185F8D4A}" presName="sibTrans" presStyleLbl="sibTrans2D1" presStyleIdx="1" presStyleCnt="2"/>
      <dgm:spPr/>
    </dgm:pt>
    <dgm:pt modelId="{9E9DC61C-0698-4752-B049-653155E8BB66}" type="pres">
      <dgm:prSet presAssocID="{4CB1F2FA-AD44-44B9-B1A8-4533185F8D4A}" presName="connectorText" presStyleLbl="sibTrans2D1" presStyleIdx="1" presStyleCnt="2"/>
      <dgm:spPr/>
    </dgm:pt>
    <dgm:pt modelId="{5797F0DE-57D3-4A15-A5D0-B54557C6FDD5}" type="pres">
      <dgm:prSet presAssocID="{7D3CEFD8-2F14-4DE1-9D9C-D7103C6EEF7F}" presName="node" presStyleLbl="node1" presStyleIdx="2" presStyleCnt="3">
        <dgm:presLayoutVars>
          <dgm:bulletEnabled val="1"/>
        </dgm:presLayoutVars>
      </dgm:prSet>
      <dgm:spPr/>
    </dgm:pt>
  </dgm:ptLst>
  <dgm:cxnLst>
    <dgm:cxn modelId="{E1937D07-455D-4B21-A13B-D09E9CC6522E}" type="presOf" srcId="{7D3CEFD8-2F14-4DE1-9D9C-D7103C6EEF7F}" destId="{5797F0DE-57D3-4A15-A5D0-B54557C6FDD5}" srcOrd="0" destOrd="0" presId="urn:microsoft.com/office/officeart/2005/8/layout/process2"/>
    <dgm:cxn modelId="{262F571E-CA52-4E12-90D2-2D93AD78BD61}" type="presOf" srcId="{2D5BA9E2-E159-4E7C-A336-74B910993003}" destId="{03B1A4C2-C4D4-46CA-A78F-44A166EB62BF}" srcOrd="0" destOrd="0" presId="urn:microsoft.com/office/officeart/2005/8/layout/process2"/>
    <dgm:cxn modelId="{CF6AB639-3A0E-4B99-910E-35D99B91CF94}" type="presOf" srcId="{4CB1F2FA-AD44-44B9-B1A8-4533185F8D4A}" destId="{9E9DC61C-0698-4752-B049-653155E8BB66}" srcOrd="1" destOrd="0" presId="urn:microsoft.com/office/officeart/2005/8/layout/process2"/>
    <dgm:cxn modelId="{6D705E75-93F1-4201-B82D-EDE8A8B00C62}" srcId="{B5D231E2-F740-403E-83AB-52034BC63735}" destId="{7D3CEFD8-2F14-4DE1-9D9C-D7103C6EEF7F}" srcOrd="2" destOrd="0" parTransId="{90A9FB02-B077-4A45-88E3-F14F9AD5321B}" sibTransId="{920E7D1D-E251-4246-842C-C49935E17EDF}"/>
    <dgm:cxn modelId="{EA3A077E-6306-4CDB-97CE-9F2A5EC82936}" type="presOf" srcId="{CBA187CB-3E94-43A5-BBE0-03CB51C5F607}" destId="{50AA5FE4-8C0C-4F73-BD8C-4AEAEC0D0928}" srcOrd="0" destOrd="0" presId="urn:microsoft.com/office/officeart/2005/8/layout/process2"/>
    <dgm:cxn modelId="{9CB6ADA0-5460-48D3-BBFF-9B25152DF052}" type="presOf" srcId="{4CB1F2FA-AD44-44B9-B1A8-4533185F8D4A}" destId="{07FD54B6-29EB-4158-B454-0C1DC05FDC7D}" srcOrd="0" destOrd="0" presId="urn:microsoft.com/office/officeart/2005/8/layout/process2"/>
    <dgm:cxn modelId="{D3BAE8A6-3718-4996-9963-6D62EA0EEDDD}" srcId="{B5D231E2-F740-403E-83AB-52034BC63735}" destId="{CBA187CB-3E94-43A5-BBE0-03CB51C5F607}" srcOrd="0" destOrd="0" parTransId="{56AB6527-F65A-4266-8329-D08F9A5A993F}" sibTransId="{1D67BBE1-13DB-44DC-9289-C4A8BD3931FE}"/>
    <dgm:cxn modelId="{4AC9F7BE-97CA-46DB-ADFD-E2C61F2FE9DE}" srcId="{B5D231E2-F740-403E-83AB-52034BC63735}" destId="{2D5BA9E2-E159-4E7C-A336-74B910993003}" srcOrd="1" destOrd="0" parTransId="{791D1DF6-5192-4627-A72F-410A5D18C152}" sibTransId="{4CB1F2FA-AD44-44B9-B1A8-4533185F8D4A}"/>
    <dgm:cxn modelId="{E29E36CB-25AF-4D3F-ADFF-DC120F42AF08}" type="presOf" srcId="{1D67BBE1-13DB-44DC-9289-C4A8BD3931FE}" destId="{13BABE68-962D-48FA-823A-FF5E91E657D1}" srcOrd="0" destOrd="0" presId="urn:microsoft.com/office/officeart/2005/8/layout/process2"/>
    <dgm:cxn modelId="{C466CFFA-7EA2-4F84-8249-0476C8B3BEC3}" type="presOf" srcId="{1D67BBE1-13DB-44DC-9289-C4A8BD3931FE}" destId="{6B564CFB-2129-4F96-BEDA-15EAD79CD959}" srcOrd="1" destOrd="0" presId="urn:microsoft.com/office/officeart/2005/8/layout/process2"/>
    <dgm:cxn modelId="{F30863FD-E654-4D0B-9364-833A81739088}" type="presOf" srcId="{B5D231E2-F740-403E-83AB-52034BC63735}" destId="{ED4B6AE9-0A42-47E5-8A63-8CCC5B146E9F}" srcOrd="0" destOrd="0" presId="urn:microsoft.com/office/officeart/2005/8/layout/process2"/>
    <dgm:cxn modelId="{3AE644EA-81CA-437D-94B0-3B39688D2D05}" type="presParOf" srcId="{ED4B6AE9-0A42-47E5-8A63-8CCC5B146E9F}" destId="{50AA5FE4-8C0C-4F73-BD8C-4AEAEC0D0928}" srcOrd="0" destOrd="0" presId="urn:microsoft.com/office/officeart/2005/8/layout/process2"/>
    <dgm:cxn modelId="{FFEEF571-0671-46D5-8E32-CE228BED3754}" type="presParOf" srcId="{ED4B6AE9-0A42-47E5-8A63-8CCC5B146E9F}" destId="{13BABE68-962D-48FA-823A-FF5E91E657D1}" srcOrd="1" destOrd="0" presId="urn:microsoft.com/office/officeart/2005/8/layout/process2"/>
    <dgm:cxn modelId="{1AC8A9BE-81E4-449D-849F-46C393E5CB29}" type="presParOf" srcId="{13BABE68-962D-48FA-823A-FF5E91E657D1}" destId="{6B564CFB-2129-4F96-BEDA-15EAD79CD959}" srcOrd="0" destOrd="0" presId="urn:microsoft.com/office/officeart/2005/8/layout/process2"/>
    <dgm:cxn modelId="{E8915EFB-4117-427E-9CB1-59D5C6699B8F}" type="presParOf" srcId="{ED4B6AE9-0A42-47E5-8A63-8CCC5B146E9F}" destId="{03B1A4C2-C4D4-46CA-A78F-44A166EB62BF}" srcOrd="2" destOrd="0" presId="urn:microsoft.com/office/officeart/2005/8/layout/process2"/>
    <dgm:cxn modelId="{E9EF9552-34C9-47D8-A072-C7F3872A460A}" type="presParOf" srcId="{ED4B6AE9-0A42-47E5-8A63-8CCC5B146E9F}" destId="{07FD54B6-29EB-4158-B454-0C1DC05FDC7D}" srcOrd="3" destOrd="0" presId="urn:microsoft.com/office/officeart/2005/8/layout/process2"/>
    <dgm:cxn modelId="{46225E83-3CDE-4595-9DB5-3E9B283E02D9}" type="presParOf" srcId="{07FD54B6-29EB-4158-B454-0C1DC05FDC7D}" destId="{9E9DC61C-0698-4752-B049-653155E8BB66}" srcOrd="0" destOrd="0" presId="urn:microsoft.com/office/officeart/2005/8/layout/process2"/>
    <dgm:cxn modelId="{BF2B49B7-07AC-4BB8-87DD-5779A0F08390}" type="presParOf" srcId="{ED4B6AE9-0A42-47E5-8A63-8CCC5B146E9F}" destId="{5797F0DE-57D3-4A15-A5D0-B54557C6FDD5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F9F7D55-81C8-4426-B0E3-57347F2E0D91}" type="doc">
      <dgm:prSet loTypeId="urn:microsoft.com/office/officeart/2005/8/layout/bProcess4" loCatId="process" qsTypeId="urn:microsoft.com/office/officeart/2005/8/quickstyle/simple5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265B022-98C7-48E9-BF9B-93E95EA04FED}">
      <dgm:prSet custT="1"/>
      <dgm:spPr/>
      <dgm:t>
        <a:bodyPr/>
        <a:lstStyle/>
        <a:p>
          <a:r>
            <a:rPr lang="en-US" sz="2400"/>
            <a:t>Pengetahuan harus dibagikan dengan orang lain dan menjadi milik umum.</a:t>
          </a:r>
        </a:p>
      </dgm:t>
    </dgm:pt>
    <dgm:pt modelId="{5653CB96-E0FA-44ED-BDC8-B5194D2E0CAF}" type="parTrans" cxnId="{19553DA0-E923-4897-B46D-AC11EAD15CDC}">
      <dgm:prSet/>
      <dgm:spPr/>
      <dgm:t>
        <a:bodyPr/>
        <a:lstStyle/>
        <a:p>
          <a:endParaRPr lang="en-US" sz="2400"/>
        </a:p>
      </dgm:t>
    </dgm:pt>
    <dgm:pt modelId="{F7A466F2-2CFB-48A6-BB9B-96B928668266}" type="sibTrans" cxnId="{19553DA0-E923-4897-B46D-AC11EAD15CDC}">
      <dgm:prSet/>
      <dgm:spPr/>
      <dgm:t>
        <a:bodyPr/>
        <a:lstStyle/>
        <a:p>
          <a:endParaRPr lang="en-US" sz="2400"/>
        </a:p>
      </dgm:t>
    </dgm:pt>
    <dgm:pt modelId="{CEB41EEE-EDF8-4294-AF80-080EDC7857EC}">
      <dgm:prSet custT="1"/>
      <dgm:spPr/>
      <dgm:t>
        <a:bodyPr/>
        <a:lstStyle/>
        <a:p>
          <a:r>
            <a:rPr lang="en-US" sz="2400"/>
            <a:t>Pengetahuan baru biasanya tidak akan diterima secara formal sebelum diperiksa oleh peneliti lain dan dipublikasikan.</a:t>
          </a:r>
        </a:p>
      </dgm:t>
    </dgm:pt>
    <dgm:pt modelId="{1C29F126-EDEA-41CC-AB17-6602C75AA96F}" type="parTrans" cxnId="{2763150A-F930-4E51-8752-CAD031015489}">
      <dgm:prSet/>
      <dgm:spPr/>
      <dgm:t>
        <a:bodyPr/>
        <a:lstStyle/>
        <a:p>
          <a:endParaRPr lang="en-US" sz="2400"/>
        </a:p>
      </dgm:t>
    </dgm:pt>
    <dgm:pt modelId="{76A0C506-AE6C-4597-A4D3-E3E4FD7EE10D}" type="sibTrans" cxnId="{2763150A-F930-4E51-8752-CAD031015489}">
      <dgm:prSet/>
      <dgm:spPr/>
      <dgm:t>
        <a:bodyPr/>
        <a:lstStyle/>
        <a:p>
          <a:endParaRPr lang="en-US" sz="2400"/>
        </a:p>
      </dgm:t>
    </dgm:pt>
    <dgm:pt modelId="{A6E8E4D7-0782-4F02-8800-F3E482B929D4}" type="pres">
      <dgm:prSet presAssocID="{0F9F7D55-81C8-4426-B0E3-57347F2E0D91}" presName="Name0" presStyleCnt="0">
        <dgm:presLayoutVars>
          <dgm:dir/>
          <dgm:resizeHandles/>
        </dgm:presLayoutVars>
      </dgm:prSet>
      <dgm:spPr/>
    </dgm:pt>
    <dgm:pt modelId="{0C19D831-7AFE-4F83-B8E4-689495E4585F}" type="pres">
      <dgm:prSet presAssocID="{6265B022-98C7-48E9-BF9B-93E95EA04FED}" presName="compNode" presStyleCnt="0"/>
      <dgm:spPr/>
    </dgm:pt>
    <dgm:pt modelId="{986EC570-D9A9-4CA4-B858-D4C5B802C646}" type="pres">
      <dgm:prSet presAssocID="{6265B022-98C7-48E9-BF9B-93E95EA04FED}" presName="dummyConnPt" presStyleCnt="0"/>
      <dgm:spPr/>
    </dgm:pt>
    <dgm:pt modelId="{AA214446-DC9C-44E9-87E4-E0696B1E9CA7}" type="pres">
      <dgm:prSet presAssocID="{6265B022-98C7-48E9-BF9B-93E95EA04FED}" presName="node" presStyleLbl="node1" presStyleIdx="0" presStyleCnt="2">
        <dgm:presLayoutVars>
          <dgm:bulletEnabled val="1"/>
        </dgm:presLayoutVars>
      </dgm:prSet>
      <dgm:spPr/>
    </dgm:pt>
    <dgm:pt modelId="{0D0B187E-40F1-4C9B-BA77-574C79F82E46}" type="pres">
      <dgm:prSet presAssocID="{F7A466F2-2CFB-48A6-BB9B-96B928668266}" presName="sibTrans" presStyleLbl="bgSibTrans2D1" presStyleIdx="0" presStyleCnt="1"/>
      <dgm:spPr/>
    </dgm:pt>
    <dgm:pt modelId="{478917B3-FD36-4ED1-9A9D-DD6EA121713B}" type="pres">
      <dgm:prSet presAssocID="{CEB41EEE-EDF8-4294-AF80-080EDC7857EC}" presName="compNode" presStyleCnt="0"/>
      <dgm:spPr/>
    </dgm:pt>
    <dgm:pt modelId="{927D33E8-D1F4-40B3-BB1C-0C2DA7C4B79F}" type="pres">
      <dgm:prSet presAssocID="{CEB41EEE-EDF8-4294-AF80-080EDC7857EC}" presName="dummyConnPt" presStyleCnt="0"/>
      <dgm:spPr/>
    </dgm:pt>
    <dgm:pt modelId="{A334309E-A718-423D-89A4-E466D8AB057D}" type="pres">
      <dgm:prSet presAssocID="{CEB41EEE-EDF8-4294-AF80-080EDC7857EC}" presName="node" presStyleLbl="node1" presStyleIdx="1" presStyleCnt="2">
        <dgm:presLayoutVars>
          <dgm:bulletEnabled val="1"/>
        </dgm:presLayoutVars>
      </dgm:prSet>
      <dgm:spPr/>
    </dgm:pt>
  </dgm:ptLst>
  <dgm:cxnLst>
    <dgm:cxn modelId="{2763150A-F930-4E51-8752-CAD031015489}" srcId="{0F9F7D55-81C8-4426-B0E3-57347F2E0D91}" destId="{CEB41EEE-EDF8-4294-AF80-080EDC7857EC}" srcOrd="1" destOrd="0" parTransId="{1C29F126-EDEA-41CC-AB17-6602C75AA96F}" sibTransId="{76A0C506-AE6C-4597-A4D3-E3E4FD7EE10D}"/>
    <dgm:cxn modelId="{0E654279-9C3A-450E-AFCD-6F5C12CB3527}" type="presOf" srcId="{CEB41EEE-EDF8-4294-AF80-080EDC7857EC}" destId="{A334309E-A718-423D-89A4-E466D8AB057D}" srcOrd="0" destOrd="0" presId="urn:microsoft.com/office/officeart/2005/8/layout/bProcess4"/>
    <dgm:cxn modelId="{5FE56A90-1DC3-4E5A-A086-C00DEF69160E}" type="presOf" srcId="{6265B022-98C7-48E9-BF9B-93E95EA04FED}" destId="{AA214446-DC9C-44E9-87E4-E0696B1E9CA7}" srcOrd="0" destOrd="0" presId="urn:microsoft.com/office/officeart/2005/8/layout/bProcess4"/>
    <dgm:cxn modelId="{59CDFF93-C01C-4D8F-9C42-F6B3438E962E}" type="presOf" srcId="{0F9F7D55-81C8-4426-B0E3-57347F2E0D91}" destId="{A6E8E4D7-0782-4F02-8800-F3E482B929D4}" srcOrd="0" destOrd="0" presId="urn:microsoft.com/office/officeart/2005/8/layout/bProcess4"/>
    <dgm:cxn modelId="{3A357694-0682-4526-94F1-F911304DE2C5}" type="presOf" srcId="{F7A466F2-2CFB-48A6-BB9B-96B928668266}" destId="{0D0B187E-40F1-4C9B-BA77-574C79F82E46}" srcOrd="0" destOrd="0" presId="urn:microsoft.com/office/officeart/2005/8/layout/bProcess4"/>
    <dgm:cxn modelId="{19553DA0-E923-4897-B46D-AC11EAD15CDC}" srcId="{0F9F7D55-81C8-4426-B0E3-57347F2E0D91}" destId="{6265B022-98C7-48E9-BF9B-93E95EA04FED}" srcOrd="0" destOrd="0" parTransId="{5653CB96-E0FA-44ED-BDC8-B5194D2E0CAF}" sibTransId="{F7A466F2-2CFB-48A6-BB9B-96B928668266}"/>
    <dgm:cxn modelId="{F6D5509E-C1C4-44E9-ACF3-7F1C2AFB70FB}" type="presParOf" srcId="{A6E8E4D7-0782-4F02-8800-F3E482B929D4}" destId="{0C19D831-7AFE-4F83-B8E4-689495E4585F}" srcOrd="0" destOrd="0" presId="urn:microsoft.com/office/officeart/2005/8/layout/bProcess4"/>
    <dgm:cxn modelId="{2386D6A8-A9B2-42F5-AFA0-7B9BFB81678B}" type="presParOf" srcId="{0C19D831-7AFE-4F83-B8E4-689495E4585F}" destId="{986EC570-D9A9-4CA4-B858-D4C5B802C646}" srcOrd="0" destOrd="0" presId="urn:microsoft.com/office/officeart/2005/8/layout/bProcess4"/>
    <dgm:cxn modelId="{7BD26BB1-DC18-46E3-97E1-3AF00F7E3028}" type="presParOf" srcId="{0C19D831-7AFE-4F83-B8E4-689495E4585F}" destId="{AA214446-DC9C-44E9-87E4-E0696B1E9CA7}" srcOrd="1" destOrd="0" presId="urn:microsoft.com/office/officeart/2005/8/layout/bProcess4"/>
    <dgm:cxn modelId="{003EE4A5-4B76-4377-AC38-71D6B266282E}" type="presParOf" srcId="{A6E8E4D7-0782-4F02-8800-F3E482B929D4}" destId="{0D0B187E-40F1-4C9B-BA77-574C79F82E46}" srcOrd="1" destOrd="0" presId="urn:microsoft.com/office/officeart/2005/8/layout/bProcess4"/>
    <dgm:cxn modelId="{7EA177B9-D07E-4FA0-AAE3-5423E384405E}" type="presParOf" srcId="{A6E8E4D7-0782-4F02-8800-F3E482B929D4}" destId="{478917B3-FD36-4ED1-9A9D-DD6EA121713B}" srcOrd="2" destOrd="0" presId="urn:microsoft.com/office/officeart/2005/8/layout/bProcess4"/>
    <dgm:cxn modelId="{65B7A91E-75CC-4212-AE0C-DFAA4A475FA1}" type="presParOf" srcId="{478917B3-FD36-4ED1-9A9D-DD6EA121713B}" destId="{927D33E8-D1F4-40B3-BB1C-0C2DA7C4B79F}" srcOrd="0" destOrd="0" presId="urn:microsoft.com/office/officeart/2005/8/layout/bProcess4"/>
    <dgm:cxn modelId="{C3C6A570-AD21-4663-BDA1-C4CF2A431D64}" type="presParOf" srcId="{478917B3-FD36-4ED1-9A9D-DD6EA121713B}" destId="{A334309E-A718-423D-89A4-E466D8AB057D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B294357-69AC-4637-AF76-69DEBF3185B8}" type="doc">
      <dgm:prSet loTypeId="urn:microsoft.com/office/officeart/2005/8/layout/bProcess4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CC69AEC-B7C4-4F0C-8C8A-DEAC9E1BD5DA}">
      <dgm:prSet/>
      <dgm:spPr/>
      <dgm:t>
        <a:bodyPr/>
        <a:lstStyle/>
        <a:p>
          <a:r>
            <a:rPr lang="en-US"/>
            <a:t>Merupakan norma umum t</a:t>
          </a:r>
          <a:r>
            <a:rPr lang="id-ID"/>
            <a:t>etapi</a:t>
          </a:r>
          <a:r>
            <a:rPr lang="en-US"/>
            <a:t> sangat penting</a:t>
          </a:r>
        </a:p>
      </dgm:t>
    </dgm:pt>
    <dgm:pt modelId="{36A18501-B513-41C1-AEB1-7CB51C7C561E}" type="parTrans" cxnId="{7B8D61A3-A417-47E6-A885-74CDAB27CD8C}">
      <dgm:prSet/>
      <dgm:spPr/>
      <dgm:t>
        <a:bodyPr/>
        <a:lstStyle/>
        <a:p>
          <a:endParaRPr lang="en-US"/>
        </a:p>
      </dgm:t>
    </dgm:pt>
    <dgm:pt modelId="{DB95853C-A066-4F97-9A5B-AAA79AF9D6CF}" type="sibTrans" cxnId="{7B8D61A3-A417-47E6-A885-74CDAB27CD8C}">
      <dgm:prSet/>
      <dgm:spPr/>
      <dgm:t>
        <a:bodyPr/>
        <a:lstStyle/>
        <a:p>
          <a:endParaRPr lang="en-US"/>
        </a:p>
      </dgm:t>
    </dgm:pt>
    <dgm:pt modelId="{7E51E792-4F5F-48F8-8B86-29FF933DFFE5}">
      <dgm:prSet/>
      <dgm:spPr/>
      <dgm:t>
        <a:bodyPr/>
        <a:lstStyle/>
        <a:p>
          <a:r>
            <a:rPr lang="en-US"/>
            <a:t>Peneliti harus jujur dalam setiap proses penelitian yang dilakukannya.</a:t>
          </a:r>
        </a:p>
      </dgm:t>
    </dgm:pt>
    <dgm:pt modelId="{76C8F8AD-1C65-4085-A464-6ACE28732267}" type="parTrans" cxnId="{99788E91-7E11-4336-9205-5228AB375924}">
      <dgm:prSet/>
      <dgm:spPr/>
      <dgm:t>
        <a:bodyPr/>
        <a:lstStyle/>
        <a:p>
          <a:endParaRPr lang="en-US"/>
        </a:p>
      </dgm:t>
    </dgm:pt>
    <dgm:pt modelId="{16EA1C81-BAF1-4B56-92CA-D7E55E70435C}" type="sibTrans" cxnId="{99788E91-7E11-4336-9205-5228AB375924}">
      <dgm:prSet/>
      <dgm:spPr/>
      <dgm:t>
        <a:bodyPr/>
        <a:lstStyle/>
        <a:p>
          <a:endParaRPr lang="en-US"/>
        </a:p>
      </dgm:t>
    </dgm:pt>
    <dgm:pt modelId="{9EC34C30-F605-4FD5-9146-BBE4A31EF5B4}" type="pres">
      <dgm:prSet presAssocID="{5B294357-69AC-4637-AF76-69DEBF3185B8}" presName="Name0" presStyleCnt="0">
        <dgm:presLayoutVars>
          <dgm:dir/>
          <dgm:resizeHandles/>
        </dgm:presLayoutVars>
      </dgm:prSet>
      <dgm:spPr/>
    </dgm:pt>
    <dgm:pt modelId="{61D42AE6-BE12-4E05-B6FC-AAE074A7F674}" type="pres">
      <dgm:prSet presAssocID="{CCC69AEC-B7C4-4F0C-8C8A-DEAC9E1BD5DA}" presName="compNode" presStyleCnt="0"/>
      <dgm:spPr/>
    </dgm:pt>
    <dgm:pt modelId="{A713A798-DCBE-4FB0-BCCE-99AF89BB730D}" type="pres">
      <dgm:prSet presAssocID="{CCC69AEC-B7C4-4F0C-8C8A-DEAC9E1BD5DA}" presName="dummyConnPt" presStyleCnt="0"/>
      <dgm:spPr/>
    </dgm:pt>
    <dgm:pt modelId="{12DEB400-3C1C-42BF-B3A7-A94569DC40A3}" type="pres">
      <dgm:prSet presAssocID="{CCC69AEC-B7C4-4F0C-8C8A-DEAC9E1BD5DA}" presName="node" presStyleLbl="node1" presStyleIdx="0" presStyleCnt="2">
        <dgm:presLayoutVars>
          <dgm:bulletEnabled val="1"/>
        </dgm:presLayoutVars>
      </dgm:prSet>
      <dgm:spPr/>
    </dgm:pt>
    <dgm:pt modelId="{9BC1B12A-44C9-406B-886B-2857CC810FF9}" type="pres">
      <dgm:prSet presAssocID="{DB95853C-A066-4F97-9A5B-AAA79AF9D6CF}" presName="sibTrans" presStyleLbl="bgSibTrans2D1" presStyleIdx="0" presStyleCnt="1"/>
      <dgm:spPr/>
    </dgm:pt>
    <dgm:pt modelId="{CA8E1A30-BB37-40F5-BC62-5CF0E5703C21}" type="pres">
      <dgm:prSet presAssocID="{7E51E792-4F5F-48F8-8B86-29FF933DFFE5}" presName="compNode" presStyleCnt="0"/>
      <dgm:spPr/>
    </dgm:pt>
    <dgm:pt modelId="{6D207099-0910-4DCB-BE6E-D634B38D3423}" type="pres">
      <dgm:prSet presAssocID="{7E51E792-4F5F-48F8-8B86-29FF933DFFE5}" presName="dummyConnPt" presStyleCnt="0"/>
      <dgm:spPr/>
    </dgm:pt>
    <dgm:pt modelId="{394C516E-69DE-452B-8A38-DF39103D2CC2}" type="pres">
      <dgm:prSet presAssocID="{7E51E792-4F5F-48F8-8B86-29FF933DFFE5}" presName="node" presStyleLbl="node1" presStyleIdx="1" presStyleCnt="2">
        <dgm:presLayoutVars>
          <dgm:bulletEnabled val="1"/>
        </dgm:presLayoutVars>
      </dgm:prSet>
      <dgm:spPr/>
    </dgm:pt>
  </dgm:ptLst>
  <dgm:cxnLst>
    <dgm:cxn modelId="{273BFE39-3BBC-4F96-84C9-6E6FB350BAB9}" type="presOf" srcId="{CCC69AEC-B7C4-4F0C-8C8A-DEAC9E1BD5DA}" destId="{12DEB400-3C1C-42BF-B3A7-A94569DC40A3}" srcOrd="0" destOrd="0" presId="urn:microsoft.com/office/officeart/2005/8/layout/bProcess4"/>
    <dgm:cxn modelId="{0180F47D-E1D1-4199-A6F1-9FECDD8B350E}" type="presOf" srcId="{5B294357-69AC-4637-AF76-69DEBF3185B8}" destId="{9EC34C30-F605-4FD5-9146-BBE4A31EF5B4}" srcOrd="0" destOrd="0" presId="urn:microsoft.com/office/officeart/2005/8/layout/bProcess4"/>
    <dgm:cxn modelId="{D7D0418E-DBBA-4638-B0C5-7F5733372FD0}" type="presOf" srcId="{7E51E792-4F5F-48F8-8B86-29FF933DFFE5}" destId="{394C516E-69DE-452B-8A38-DF39103D2CC2}" srcOrd="0" destOrd="0" presId="urn:microsoft.com/office/officeart/2005/8/layout/bProcess4"/>
    <dgm:cxn modelId="{D7FD7B91-8E2A-4B77-A3B6-32576131279D}" type="presOf" srcId="{DB95853C-A066-4F97-9A5B-AAA79AF9D6CF}" destId="{9BC1B12A-44C9-406B-886B-2857CC810FF9}" srcOrd="0" destOrd="0" presId="urn:microsoft.com/office/officeart/2005/8/layout/bProcess4"/>
    <dgm:cxn modelId="{99788E91-7E11-4336-9205-5228AB375924}" srcId="{5B294357-69AC-4637-AF76-69DEBF3185B8}" destId="{7E51E792-4F5F-48F8-8B86-29FF933DFFE5}" srcOrd="1" destOrd="0" parTransId="{76C8F8AD-1C65-4085-A464-6ACE28732267}" sibTransId="{16EA1C81-BAF1-4B56-92CA-D7E55E70435C}"/>
    <dgm:cxn modelId="{7B8D61A3-A417-47E6-A885-74CDAB27CD8C}" srcId="{5B294357-69AC-4637-AF76-69DEBF3185B8}" destId="{CCC69AEC-B7C4-4F0C-8C8A-DEAC9E1BD5DA}" srcOrd="0" destOrd="0" parTransId="{36A18501-B513-41C1-AEB1-7CB51C7C561E}" sibTransId="{DB95853C-A066-4F97-9A5B-AAA79AF9D6CF}"/>
    <dgm:cxn modelId="{A3E43DDA-5FA2-46E8-B288-7AE53579E9C3}" type="presParOf" srcId="{9EC34C30-F605-4FD5-9146-BBE4A31EF5B4}" destId="{61D42AE6-BE12-4E05-B6FC-AAE074A7F674}" srcOrd="0" destOrd="0" presId="urn:microsoft.com/office/officeart/2005/8/layout/bProcess4"/>
    <dgm:cxn modelId="{4602B6C4-16AC-483E-A6B1-534F8467F19C}" type="presParOf" srcId="{61D42AE6-BE12-4E05-B6FC-AAE074A7F674}" destId="{A713A798-DCBE-4FB0-BCCE-99AF89BB730D}" srcOrd="0" destOrd="0" presId="urn:microsoft.com/office/officeart/2005/8/layout/bProcess4"/>
    <dgm:cxn modelId="{94EB289F-074A-43E5-93CD-27556BAC48CC}" type="presParOf" srcId="{61D42AE6-BE12-4E05-B6FC-AAE074A7F674}" destId="{12DEB400-3C1C-42BF-B3A7-A94569DC40A3}" srcOrd="1" destOrd="0" presId="urn:microsoft.com/office/officeart/2005/8/layout/bProcess4"/>
    <dgm:cxn modelId="{5265A24E-4856-4DA0-AC40-F08AEBE8DA3C}" type="presParOf" srcId="{9EC34C30-F605-4FD5-9146-BBE4A31EF5B4}" destId="{9BC1B12A-44C9-406B-886B-2857CC810FF9}" srcOrd="1" destOrd="0" presId="urn:microsoft.com/office/officeart/2005/8/layout/bProcess4"/>
    <dgm:cxn modelId="{A2FBED27-4CD6-4722-98D6-10F55174C9EB}" type="presParOf" srcId="{9EC34C30-F605-4FD5-9146-BBE4A31EF5B4}" destId="{CA8E1A30-BB37-40F5-BC62-5CF0E5703C21}" srcOrd="2" destOrd="0" presId="urn:microsoft.com/office/officeart/2005/8/layout/bProcess4"/>
    <dgm:cxn modelId="{256552F3-C8BF-44C7-B1AB-CF520DC2DD83}" type="presParOf" srcId="{CA8E1A30-BB37-40F5-BC62-5CF0E5703C21}" destId="{6D207099-0910-4DCB-BE6E-D634B38D3423}" srcOrd="0" destOrd="0" presId="urn:microsoft.com/office/officeart/2005/8/layout/bProcess4"/>
    <dgm:cxn modelId="{9BB43C6C-F92B-44D8-8472-EC1AE6534240}" type="presParOf" srcId="{CA8E1A30-BB37-40F5-BC62-5CF0E5703C21}" destId="{394C516E-69DE-452B-8A38-DF39103D2CC2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DF33511-7406-4D21-9D32-4EEB67DFB92F}" type="doc">
      <dgm:prSet loTypeId="urn:microsoft.com/office/officeart/2005/8/layout/cycle8" loCatId="cycle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54198A-937B-4C47-A280-A8A968F17529}">
      <dgm:prSet custT="1"/>
      <dgm:spPr/>
      <dgm:t>
        <a:bodyPr/>
        <a:lstStyle/>
        <a:p>
          <a:r>
            <a:rPr lang="en-US" sz="2200" dirty="0"/>
            <a:t>Waktu</a:t>
          </a:r>
        </a:p>
      </dgm:t>
    </dgm:pt>
    <dgm:pt modelId="{0CE7C933-F19F-4E0D-8431-D3E61A3B59E2}" type="parTrans" cxnId="{167F7FD3-DEA3-4E1F-8C34-BCB3A81F5893}">
      <dgm:prSet/>
      <dgm:spPr/>
      <dgm:t>
        <a:bodyPr/>
        <a:lstStyle/>
        <a:p>
          <a:endParaRPr lang="en-US"/>
        </a:p>
      </dgm:t>
    </dgm:pt>
    <dgm:pt modelId="{DFE2F1C2-95DC-4F0A-BC59-43F495A3498F}" type="sibTrans" cxnId="{167F7FD3-DEA3-4E1F-8C34-BCB3A81F5893}">
      <dgm:prSet/>
      <dgm:spPr/>
      <dgm:t>
        <a:bodyPr/>
        <a:lstStyle/>
        <a:p>
          <a:endParaRPr lang="en-US"/>
        </a:p>
      </dgm:t>
    </dgm:pt>
    <dgm:pt modelId="{708ACE8C-62EE-4383-9262-E8F8A3D9722C}">
      <dgm:prSet custT="1"/>
      <dgm:spPr/>
      <dgm:t>
        <a:bodyPr/>
        <a:lstStyle/>
        <a:p>
          <a:r>
            <a:rPr lang="en-US" sz="2200" dirty="0"/>
            <a:t>Cross Sectional</a:t>
          </a:r>
        </a:p>
      </dgm:t>
    </dgm:pt>
    <dgm:pt modelId="{65F2138E-C46C-4B05-A77C-33DA01EBD5A5}" type="parTrans" cxnId="{16694C57-D9A7-4D5E-8AD4-A24396A94229}">
      <dgm:prSet/>
      <dgm:spPr/>
      <dgm:t>
        <a:bodyPr/>
        <a:lstStyle/>
        <a:p>
          <a:endParaRPr lang="en-US"/>
        </a:p>
      </dgm:t>
    </dgm:pt>
    <dgm:pt modelId="{BD587D05-D6D3-47C9-9EC2-1DAF478A4B52}" type="sibTrans" cxnId="{16694C57-D9A7-4D5E-8AD4-A24396A94229}">
      <dgm:prSet/>
      <dgm:spPr/>
      <dgm:t>
        <a:bodyPr/>
        <a:lstStyle/>
        <a:p>
          <a:endParaRPr lang="en-US"/>
        </a:p>
      </dgm:t>
    </dgm:pt>
    <dgm:pt modelId="{E2897462-AFA4-4E0D-857D-C05DC7F056CB}">
      <dgm:prSet custT="1"/>
      <dgm:spPr/>
      <dgm:t>
        <a:bodyPr/>
        <a:lstStyle/>
        <a:p>
          <a:r>
            <a:rPr lang="en-US" sz="2200"/>
            <a:t>Longitudinal</a:t>
          </a:r>
        </a:p>
      </dgm:t>
    </dgm:pt>
    <dgm:pt modelId="{51289AE9-25DF-4B6E-AC9E-FAF97CD0848F}" type="parTrans" cxnId="{BFA9C569-1FD1-4AF1-A29E-0658C5E0FD34}">
      <dgm:prSet/>
      <dgm:spPr/>
      <dgm:t>
        <a:bodyPr/>
        <a:lstStyle/>
        <a:p>
          <a:endParaRPr lang="en-US"/>
        </a:p>
      </dgm:t>
    </dgm:pt>
    <dgm:pt modelId="{08D5C4E4-0A12-4693-8103-55B643B7D8F5}" type="sibTrans" cxnId="{BFA9C569-1FD1-4AF1-A29E-0658C5E0FD34}">
      <dgm:prSet/>
      <dgm:spPr/>
      <dgm:t>
        <a:bodyPr/>
        <a:lstStyle/>
        <a:p>
          <a:endParaRPr lang="en-US"/>
        </a:p>
      </dgm:t>
    </dgm:pt>
    <dgm:pt modelId="{4C3EE585-3023-497D-926E-AF3DC58AFC48}">
      <dgm:prSet custT="1"/>
      <dgm:spPr/>
      <dgm:t>
        <a:bodyPr/>
        <a:lstStyle/>
        <a:p>
          <a:r>
            <a:rPr lang="en-US" sz="2200" dirty="0"/>
            <a:t>Case Study</a:t>
          </a:r>
        </a:p>
      </dgm:t>
    </dgm:pt>
    <dgm:pt modelId="{8D89A787-5DF5-4CB4-AB66-FCD9DA219EBD}" type="parTrans" cxnId="{84402C89-FE8B-4277-987A-F3A982EEE880}">
      <dgm:prSet/>
      <dgm:spPr/>
      <dgm:t>
        <a:bodyPr/>
        <a:lstStyle/>
        <a:p>
          <a:endParaRPr lang="en-US"/>
        </a:p>
      </dgm:t>
    </dgm:pt>
    <dgm:pt modelId="{843DBBCA-41BA-4657-8F90-168B95967047}" type="sibTrans" cxnId="{84402C89-FE8B-4277-987A-F3A982EEE880}">
      <dgm:prSet/>
      <dgm:spPr/>
      <dgm:t>
        <a:bodyPr/>
        <a:lstStyle/>
        <a:p>
          <a:endParaRPr lang="en-US"/>
        </a:p>
      </dgm:t>
    </dgm:pt>
    <dgm:pt modelId="{C4EB39C0-8E7E-403E-B1F9-7B938F4832DA}">
      <dgm:prSet custT="1"/>
      <dgm:spPr/>
      <dgm:t>
        <a:bodyPr/>
        <a:lstStyle/>
        <a:p>
          <a:r>
            <a:rPr lang="en-US" sz="2200" dirty="0"/>
            <a:t>Teknik </a:t>
          </a:r>
          <a:r>
            <a:rPr lang="en-US" sz="2200" dirty="0" err="1"/>
            <a:t>pengumpulan</a:t>
          </a:r>
          <a:r>
            <a:rPr lang="en-US" sz="2200" dirty="0"/>
            <a:t> dan </a:t>
          </a:r>
          <a:r>
            <a:rPr lang="en-US" sz="2200" dirty="0" err="1"/>
            <a:t>analisis</a:t>
          </a:r>
          <a:r>
            <a:rPr lang="en-US" sz="2200" dirty="0"/>
            <a:t> data</a:t>
          </a:r>
        </a:p>
      </dgm:t>
    </dgm:pt>
    <dgm:pt modelId="{C9BCBC92-3F8A-41FA-8242-7AE24213DC2B}" type="parTrans" cxnId="{D6323151-98B2-4CE4-904A-04743D9921CE}">
      <dgm:prSet/>
      <dgm:spPr/>
      <dgm:t>
        <a:bodyPr/>
        <a:lstStyle/>
        <a:p>
          <a:endParaRPr lang="en-US"/>
        </a:p>
      </dgm:t>
    </dgm:pt>
    <dgm:pt modelId="{54C6D0C5-EB8E-417B-AE74-404A47BAFC22}" type="sibTrans" cxnId="{D6323151-98B2-4CE4-904A-04743D9921CE}">
      <dgm:prSet/>
      <dgm:spPr/>
      <dgm:t>
        <a:bodyPr/>
        <a:lstStyle/>
        <a:p>
          <a:endParaRPr lang="en-US"/>
        </a:p>
      </dgm:t>
    </dgm:pt>
    <dgm:pt modelId="{C575A975-60CF-4621-B940-A9EAEB08780C}">
      <dgm:prSet custT="1"/>
      <dgm:spPr/>
      <dgm:t>
        <a:bodyPr/>
        <a:lstStyle/>
        <a:p>
          <a:r>
            <a:rPr lang="en-US" sz="2200" dirty="0"/>
            <a:t>Quantitative </a:t>
          </a:r>
        </a:p>
      </dgm:t>
    </dgm:pt>
    <dgm:pt modelId="{85DD9A81-0245-4FDB-9B01-01A6AAFB2C72}" type="parTrans" cxnId="{4A5D7534-0D39-4D30-B2A6-BAFB50F9B925}">
      <dgm:prSet/>
      <dgm:spPr/>
      <dgm:t>
        <a:bodyPr/>
        <a:lstStyle/>
        <a:p>
          <a:endParaRPr lang="en-US"/>
        </a:p>
      </dgm:t>
    </dgm:pt>
    <dgm:pt modelId="{B73316AF-1756-4CB5-A55D-86FC12A1EDDD}" type="sibTrans" cxnId="{4A5D7534-0D39-4D30-B2A6-BAFB50F9B925}">
      <dgm:prSet/>
      <dgm:spPr/>
      <dgm:t>
        <a:bodyPr/>
        <a:lstStyle/>
        <a:p>
          <a:endParaRPr lang="en-US"/>
        </a:p>
      </dgm:t>
    </dgm:pt>
    <dgm:pt modelId="{26067BB7-C3AB-469A-B4B2-3A76CDA62A61}">
      <dgm:prSet custT="1"/>
      <dgm:spPr/>
      <dgm:t>
        <a:bodyPr/>
        <a:lstStyle/>
        <a:p>
          <a:r>
            <a:rPr lang="en-US" sz="2200" dirty="0"/>
            <a:t>Qualitative</a:t>
          </a:r>
        </a:p>
      </dgm:t>
    </dgm:pt>
    <dgm:pt modelId="{008FD3DB-08F0-4B26-860F-DCA5F7E401D1}" type="parTrans" cxnId="{46493900-38FE-4177-93B3-460B3FAE41FC}">
      <dgm:prSet/>
      <dgm:spPr/>
      <dgm:t>
        <a:bodyPr/>
        <a:lstStyle/>
        <a:p>
          <a:endParaRPr lang="en-US"/>
        </a:p>
      </dgm:t>
    </dgm:pt>
    <dgm:pt modelId="{BFBA2EB9-2F2B-4399-8905-4F8CB8E0E95D}" type="sibTrans" cxnId="{46493900-38FE-4177-93B3-460B3FAE41FC}">
      <dgm:prSet/>
      <dgm:spPr/>
      <dgm:t>
        <a:bodyPr/>
        <a:lstStyle/>
        <a:p>
          <a:endParaRPr lang="en-US"/>
        </a:p>
      </dgm:t>
    </dgm:pt>
    <dgm:pt modelId="{98735F15-0AE4-4444-B0B5-0EC81C77F038}" type="pres">
      <dgm:prSet presAssocID="{4DF33511-7406-4D21-9D32-4EEB67DFB92F}" presName="compositeShape" presStyleCnt="0">
        <dgm:presLayoutVars>
          <dgm:chMax val="7"/>
          <dgm:dir/>
          <dgm:resizeHandles val="exact"/>
        </dgm:presLayoutVars>
      </dgm:prSet>
      <dgm:spPr/>
    </dgm:pt>
    <dgm:pt modelId="{704B8B8D-82D5-4554-AECA-E1A74679329A}" type="pres">
      <dgm:prSet presAssocID="{4DF33511-7406-4D21-9D32-4EEB67DFB92F}" presName="wedge1" presStyleLbl="node1" presStyleIdx="0" presStyleCnt="2"/>
      <dgm:spPr/>
    </dgm:pt>
    <dgm:pt modelId="{9A9669A3-1221-4235-9296-C1391AD199F0}" type="pres">
      <dgm:prSet presAssocID="{4DF33511-7406-4D21-9D32-4EEB67DFB92F}" presName="dummy1a" presStyleCnt="0"/>
      <dgm:spPr/>
    </dgm:pt>
    <dgm:pt modelId="{D9BC09C3-6195-467B-9F65-7F8ADA0D6E65}" type="pres">
      <dgm:prSet presAssocID="{4DF33511-7406-4D21-9D32-4EEB67DFB92F}" presName="dummy1b" presStyleCnt="0"/>
      <dgm:spPr/>
    </dgm:pt>
    <dgm:pt modelId="{F20D8EAF-8BEC-44C2-BAD2-4DDAD9026202}" type="pres">
      <dgm:prSet presAssocID="{4DF33511-7406-4D21-9D32-4EEB67DFB92F}" presName="wedge1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8F5EDA80-A708-49AA-9F94-E00DD0E0342F}" type="pres">
      <dgm:prSet presAssocID="{4DF33511-7406-4D21-9D32-4EEB67DFB92F}" presName="wedge2" presStyleLbl="node1" presStyleIdx="1" presStyleCnt="2"/>
      <dgm:spPr/>
    </dgm:pt>
    <dgm:pt modelId="{89FE1AF4-EB15-4D2C-A69E-3B501809355A}" type="pres">
      <dgm:prSet presAssocID="{4DF33511-7406-4D21-9D32-4EEB67DFB92F}" presName="dummy2a" presStyleCnt="0"/>
      <dgm:spPr/>
    </dgm:pt>
    <dgm:pt modelId="{96C32E38-3EA7-499A-B5C1-2ACCD632ECF0}" type="pres">
      <dgm:prSet presAssocID="{4DF33511-7406-4D21-9D32-4EEB67DFB92F}" presName="dummy2b" presStyleCnt="0"/>
      <dgm:spPr/>
    </dgm:pt>
    <dgm:pt modelId="{14FC0384-D749-4560-B16C-046E70486DE5}" type="pres">
      <dgm:prSet presAssocID="{4DF33511-7406-4D21-9D32-4EEB67DFB92F}" presName="wedge2Tx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E6861F27-B8DE-4AD4-92C3-A25E813989F8}" type="pres">
      <dgm:prSet presAssocID="{DFE2F1C2-95DC-4F0A-BC59-43F495A3498F}" presName="arrowWedge1" presStyleLbl="fgSibTrans2D1" presStyleIdx="0" presStyleCnt="2"/>
      <dgm:spPr/>
    </dgm:pt>
    <dgm:pt modelId="{78024564-04B5-4396-8AF9-D06B75F31B1E}" type="pres">
      <dgm:prSet presAssocID="{54C6D0C5-EB8E-417B-AE74-404A47BAFC22}" presName="arrowWedge2" presStyleLbl="fgSibTrans2D1" presStyleIdx="1" presStyleCnt="2"/>
      <dgm:spPr/>
    </dgm:pt>
  </dgm:ptLst>
  <dgm:cxnLst>
    <dgm:cxn modelId="{46493900-38FE-4177-93B3-460B3FAE41FC}" srcId="{C4EB39C0-8E7E-403E-B1F9-7B938F4832DA}" destId="{26067BB7-C3AB-469A-B4B2-3A76CDA62A61}" srcOrd="1" destOrd="0" parTransId="{008FD3DB-08F0-4B26-860F-DCA5F7E401D1}" sibTransId="{BFBA2EB9-2F2B-4399-8905-4F8CB8E0E95D}"/>
    <dgm:cxn modelId="{D4D03A0F-1024-4BB2-BA01-C3868EF747A2}" type="presOf" srcId="{F154198A-937B-4C47-A280-A8A968F17529}" destId="{F20D8EAF-8BEC-44C2-BAD2-4DDAD9026202}" srcOrd="1" destOrd="0" presId="urn:microsoft.com/office/officeart/2005/8/layout/cycle8"/>
    <dgm:cxn modelId="{CE53B112-2522-4402-8E31-978E4E591996}" type="presOf" srcId="{26067BB7-C3AB-469A-B4B2-3A76CDA62A61}" destId="{14FC0384-D749-4560-B16C-046E70486DE5}" srcOrd="1" destOrd="2" presId="urn:microsoft.com/office/officeart/2005/8/layout/cycle8"/>
    <dgm:cxn modelId="{4A5D7534-0D39-4D30-B2A6-BAFB50F9B925}" srcId="{C4EB39C0-8E7E-403E-B1F9-7B938F4832DA}" destId="{C575A975-60CF-4621-B940-A9EAEB08780C}" srcOrd="0" destOrd="0" parTransId="{85DD9A81-0245-4FDB-9B01-01A6AAFB2C72}" sibTransId="{B73316AF-1756-4CB5-A55D-86FC12A1EDDD}"/>
    <dgm:cxn modelId="{BFA9C569-1FD1-4AF1-A29E-0658C5E0FD34}" srcId="{F154198A-937B-4C47-A280-A8A968F17529}" destId="{E2897462-AFA4-4E0D-857D-C05DC7F056CB}" srcOrd="1" destOrd="0" parTransId="{51289AE9-25DF-4B6E-AC9E-FAF97CD0848F}" sibTransId="{08D5C4E4-0A12-4693-8103-55B643B7D8F5}"/>
    <dgm:cxn modelId="{271F336A-C295-417C-A030-1D3239E815E2}" type="presOf" srcId="{4C3EE585-3023-497D-926E-AF3DC58AFC48}" destId="{704B8B8D-82D5-4554-AECA-E1A74679329A}" srcOrd="0" destOrd="3" presId="urn:microsoft.com/office/officeart/2005/8/layout/cycle8"/>
    <dgm:cxn modelId="{979F1451-A92E-45A2-AD49-9A170EC67F74}" type="presOf" srcId="{C4EB39C0-8E7E-403E-B1F9-7B938F4832DA}" destId="{14FC0384-D749-4560-B16C-046E70486DE5}" srcOrd="1" destOrd="0" presId="urn:microsoft.com/office/officeart/2005/8/layout/cycle8"/>
    <dgm:cxn modelId="{D6323151-98B2-4CE4-904A-04743D9921CE}" srcId="{4DF33511-7406-4D21-9D32-4EEB67DFB92F}" destId="{C4EB39C0-8E7E-403E-B1F9-7B938F4832DA}" srcOrd="1" destOrd="0" parTransId="{C9BCBC92-3F8A-41FA-8242-7AE24213DC2B}" sibTransId="{54C6D0C5-EB8E-417B-AE74-404A47BAFC22}"/>
    <dgm:cxn modelId="{16694C57-D9A7-4D5E-8AD4-A24396A94229}" srcId="{F154198A-937B-4C47-A280-A8A968F17529}" destId="{708ACE8C-62EE-4383-9262-E8F8A3D9722C}" srcOrd="0" destOrd="0" parTransId="{65F2138E-C46C-4B05-A77C-33DA01EBD5A5}" sibTransId="{BD587D05-D6D3-47C9-9EC2-1DAF478A4B52}"/>
    <dgm:cxn modelId="{30F62184-CDBE-4297-AEDE-EF761286E553}" type="presOf" srcId="{C4EB39C0-8E7E-403E-B1F9-7B938F4832DA}" destId="{8F5EDA80-A708-49AA-9F94-E00DD0E0342F}" srcOrd="0" destOrd="0" presId="urn:microsoft.com/office/officeart/2005/8/layout/cycle8"/>
    <dgm:cxn modelId="{84402C89-FE8B-4277-987A-F3A982EEE880}" srcId="{F154198A-937B-4C47-A280-A8A968F17529}" destId="{4C3EE585-3023-497D-926E-AF3DC58AFC48}" srcOrd="2" destOrd="0" parTransId="{8D89A787-5DF5-4CB4-AB66-FCD9DA219EBD}" sibTransId="{843DBBCA-41BA-4657-8F90-168B95967047}"/>
    <dgm:cxn modelId="{B6F11C93-9677-4DAF-99F4-5CFA8B11DB6E}" type="presOf" srcId="{E2897462-AFA4-4E0D-857D-C05DC7F056CB}" destId="{704B8B8D-82D5-4554-AECA-E1A74679329A}" srcOrd="0" destOrd="2" presId="urn:microsoft.com/office/officeart/2005/8/layout/cycle8"/>
    <dgm:cxn modelId="{9A505D9E-B1BB-406C-9927-ED47B51F5D3C}" type="presOf" srcId="{C575A975-60CF-4621-B940-A9EAEB08780C}" destId="{8F5EDA80-A708-49AA-9F94-E00DD0E0342F}" srcOrd="0" destOrd="1" presId="urn:microsoft.com/office/officeart/2005/8/layout/cycle8"/>
    <dgm:cxn modelId="{A1C46D9F-B630-4A67-B899-C2F9521A5314}" type="presOf" srcId="{E2897462-AFA4-4E0D-857D-C05DC7F056CB}" destId="{F20D8EAF-8BEC-44C2-BAD2-4DDAD9026202}" srcOrd="1" destOrd="2" presId="urn:microsoft.com/office/officeart/2005/8/layout/cycle8"/>
    <dgm:cxn modelId="{85E15DC6-F197-4045-8731-FC81B623B4E1}" type="presOf" srcId="{708ACE8C-62EE-4383-9262-E8F8A3D9722C}" destId="{F20D8EAF-8BEC-44C2-BAD2-4DDAD9026202}" srcOrd="1" destOrd="1" presId="urn:microsoft.com/office/officeart/2005/8/layout/cycle8"/>
    <dgm:cxn modelId="{1E524FC6-5D29-4BCD-BFD7-43EF99B6BB4B}" type="presOf" srcId="{4C3EE585-3023-497D-926E-AF3DC58AFC48}" destId="{F20D8EAF-8BEC-44C2-BAD2-4DDAD9026202}" srcOrd="1" destOrd="3" presId="urn:microsoft.com/office/officeart/2005/8/layout/cycle8"/>
    <dgm:cxn modelId="{45B7FBC6-A1ED-47A1-9279-3252DCDFD853}" type="presOf" srcId="{26067BB7-C3AB-469A-B4B2-3A76CDA62A61}" destId="{8F5EDA80-A708-49AA-9F94-E00DD0E0342F}" srcOrd="0" destOrd="2" presId="urn:microsoft.com/office/officeart/2005/8/layout/cycle8"/>
    <dgm:cxn modelId="{F22FF9D1-3A78-4385-8085-702ABC1879D7}" type="presOf" srcId="{4DF33511-7406-4D21-9D32-4EEB67DFB92F}" destId="{98735F15-0AE4-4444-B0B5-0EC81C77F038}" srcOrd="0" destOrd="0" presId="urn:microsoft.com/office/officeart/2005/8/layout/cycle8"/>
    <dgm:cxn modelId="{167F7FD3-DEA3-4E1F-8C34-BCB3A81F5893}" srcId="{4DF33511-7406-4D21-9D32-4EEB67DFB92F}" destId="{F154198A-937B-4C47-A280-A8A968F17529}" srcOrd="0" destOrd="0" parTransId="{0CE7C933-F19F-4E0D-8431-D3E61A3B59E2}" sibTransId="{DFE2F1C2-95DC-4F0A-BC59-43F495A3498F}"/>
    <dgm:cxn modelId="{66107BE9-1FA4-48E7-B61E-AA9BCBA6E022}" type="presOf" srcId="{F154198A-937B-4C47-A280-A8A968F17529}" destId="{704B8B8D-82D5-4554-AECA-E1A74679329A}" srcOrd="0" destOrd="0" presId="urn:microsoft.com/office/officeart/2005/8/layout/cycle8"/>
    <dgm:cxn modelId="{5D8B1CEC-D59B-40C8-8E51-B5FC8F4410D5}" type="presOf" srcId="{C575A975-60CF-4621-B940-A9EAEB08780C}" destId="{14FC0384-D749-4560-B16C-046E70486DE5}" srcOrd="1" destOrd="1" presId="urn:microsoft.com/office/officeart/2005/8/layout/cycle8"/>
    <dgm:cxn modelId="{4917C8F7-4D26-4E29-8D0A-270A332E9401}" type="presOf" srcId="{708ACE8C-62EE-4383-9262-E8F8A3D9722C}" destId="{704B8B8D-82D5-4554-AECA-E1A74679329A}" srcOrd="0" destOrd="1" presId="urn:microsoft.com/office/officeart/2005/8/layout/cycle8"/>
    <dgm:cxn modelId="{46E1F217-944C-42A2-BEB6-B85106EE0BC6}" type="presParOf" srcId="{98735F15-0AE4-4444-B0B5-0EC81C77F038}" destId="{704B8B8D-82D5-4554-AECA-E1A74679329A}" srcOrd="0" destOrd="0" presId="urn:microsoft.com/office/officeart/2005/8/layout/cycle8"/>
    <dgm:cxn modelId="{6B0D592D-553B-44F7-BC40-2EBC3BF3738F}" type="presParOf" srcId="{98735F15-0AE4-4444-B0B5-0EC81C77F038}" destId="{9A9669A3-1221-4235-9296-C1391AD199F0}" srcOrd="1" destOrd="0" presId="urn:microsoft.com/office/officeart/2005/8/layout/cycle8"/>
    <dgm:cxn modelId="{5E74E9C1-27DF-41BE-8CE6-FE3DBCB97FE0}" type="presParOf" srcId="{98735F15-0AE4-4444-B0B5-0EC81C77F038}" destId="{D9BC09C3-6195-467B-9F65-7F8ADA0D6E65}" srcOrd="2" destOrd="0" presId="urn:microsoft.com/office/officeart/2005/8/layout/cycle8"/>
    <dgm:cxn modelId="{71F9FCB8-55FD-4968-9227-7F9A504419F4}" type="presParOf" srcId="{98735F15-0AE4-4444-B0B5-0EC81C77F038}" destId="{F20D8EAF-8BEC-44C2-BAD2-4DDAD9026202}" srcOrd="3" destOrd="0" presId="urn:microsoft.com/office/officeart/2005/8/layout/cycle8"/>
    <dgm:cxn modelId="{A7EB0290-4A30-4947-A24C-3CADDC87569B}" type="presParOf" srcId="{98735F15-0AE4-4444-B0B5-0EC81C77F038}" destId="{8F5EDA80-A708-49AA-9F94-E00DD0E0342F}" srcOrd="4" destOrd="0" presId="urn:microsoft.com/office/officeart/2005/8/layout/cycle8"/>
    <dgm:cxn modelId="{CCD5B9BB-CD11-45DB-A9F1-E0B997241B4D}" type="presParOf" srcId="{98735F15-0AE4-4444-B0B5-0EC81C77F038}" destId="{89FE1AF4-EB15-4D2C-A69E-3B501809355A}" srcOrd="5" destOrd="0" presId="urn:microsoft.com/office/officeart/2005/8/layout/cycle8"/>
    <dgm:cxn modelId="{EC8747BF-2AD4-4C1B-A985-9705F12F55F1}" type="presParOf" srcId="{98735F15-0AE4-4444-B0B5-0EC81C77F038}" destId="{96C32E38-3EA7-499A-B5C1-2ACCD632ECF0}" srcOrd="6" destOrd="0" presId="urn:microsoft.com/office/officeart/2005/8/layout/cycle8"/>
    <dgm:cxn modelId="{2183F042-D688-4F83-A857-6E96AA4990D0}" type="presParOf" srcId="{98735F15-0AE4-4444-B0B5-0EC81C77F038}" destId="{14FC0384-D749-4560-B16C-046E70486DE5}" srcOrd="7" destOrd="0" presId="urn:microsoft.com/office/officeart/2005/8/layout/cycle8"/>
    <dgm:cxn modelId="{9D3D6C44-97B0-4F1D-AAC9-19B35AAEB02A}" type="presParOf" srcId="{98735F15-0AE4-4444-B0B5-0EC81C77F038}" destId="{E6861F27-B8DE-4AD4-92C3-A25E813989F8}" srcOrd="8" destOrd="0" presId="urn:microsoft.com/office/officeart/2005/8/layout/cycle8"/>
    <dgm:cxn modelId="{2CEB97B8-6DF3-4D25-BC21-A11041E7A2E1}" type="presParOf" srcId="{98735F15-0AE4-4444-B0B5-0EC81C77F038}" destId="{78024564-04B5-4396-8AF9-D06B75F31B1E}" srcOrd="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93528B8-46F5-43C7-8566-4F134DBB3A67}" type="doc">
      <dgm:prSet loTypeId="urn:microsoft.com/office/officeart/2018/2/layout/IconLabelDescriptionList" loCatId="icon" qsTypeId="urn:microsoft.com/office/officeart/2005/8/quickstyle/simple4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A4135D1-8BB8-467E-AB21-243C316B66E5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i="1" dirty="0"/>
            <a:t>Basic Research / Pure Research</a:t>
          </a:r>
          <a:endParaRPr lang="en-US" sz="2400" dirty="0"/>
        </a:p>
      </dgm:t>
    </dgm:pt>
    <dgm:pt modelId="{5DD8EA0C-22B6-4DB3-A29B-1972FAD40A5F}" type="parTrans" cxnId="{0C6F4C51-4C2E-480C-8352-BF79809695B2}">
      <dgm:prSet/>
      <dgm:spPr/>
      <dgm:t>
        <a:bodyPr/>
        <a:lstStyle/>
        <a:p>
          <a:endParaRPr lang="en-US"/>
        </a:p>
      </dgm:t>
    </dgm:pt>
    <dgm:pt modelId="{87A6E7AD-A320-4AE0-B91D-205170BF3A0F}" type="sibTrans" cxnId="{0C6F4C51-4C2E-480C-8352-BF79809695B2}">
      <dgm:prSet/>
      <dgm:spPr/>
      <dgm:t>
        <a:bodyPr/>
        <a:lstStyle/>
        <a:p>
          <a:endParaRPr lang="en-US"/>
        </a:p>
      </dgm:t>
    </dgm:pt>
    <dgm:pt modelId="{19C84CE5-7BB0-4FBA-ADFC-1F4440CBAF9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 err="1"/>
            <a:t>Penelitian</a:t>
          </a:r>
          <a:r>
            <a:rPr lang="en-US" sz="2400" dirty="0"/>
            <a:t> yang </a:t>
          </a:r>
          <a:r>
            <a:rPr lang="en-US" sz="2400" dirty="0" err="1"/>
            <a:t>didesain</a:t>
          </a:r>
          <a:r>
            <a:rPr lang="en-US" sz="2400" dirty="0"/>
            <a:t> </a:t>
          </a:r>
          <a:r>
            <a:rPr lang="en-US" sz="2400" dirty="0" err="1"/>
            <a:t>untuk</a:t>
          </a:r>
          <a:r>
            <a:rPr lang="en-US" sz="2400" dirty="0"/>
            <a:t> </a:t>
          </a:r>
          <a:r>
            <a:rPr lang="en-US" sz="2400" dirty="0" err="1"/>
            <a:t>mengembangkan</a:t>
          </a:r>
          <a:r>
            <a:rPr lang="en-US" sz="2400" dirty="0"/>
            <a:t> </a:t>
          </a:r>
          <a:r>
            <a:rPr lang="en-US" sz="2400" dirty="0" err="1"/>
            <a:t>pengatahuan</a:t>
          </a:r>
          <a:r>
            <a:rPr lang="en-US" sz="2400" dirty="0"/>
            <a:t> dan </a:t>
          </a:r>
          <a:r>
            <a:rPr lang="en-US" sz="2400" dirty="0" err="1"/>
            <a:t>membangun</a:t>
          </a:r>
          <a:r>
            <a:rPr lang="en-US" sz="2400" dirty="0"/>
            <a:t> </a:t>
          </a:r>
          <a:r>
            <a:rPr lang="en-US" sz="2400" dirty="0" err="1"/>
            <a:t>atau</a:t>
          </a:r>
          <a:r>
            <a:rPr lang="en-US" sz="2400" dirty="0"/>
            <a:t> </a:t>
          </a:r>
          <a:r>
            <a:rPr lang="en-US" sz="2400" dirty="0" err="1"/>
            <a:t>menguji</a:t>
          </a:r>
          <a:r>
            <a:rPr lang="en-US" sz="2400" dirty="0"/>
            <a:t> </a:t>
          </a:r>
          <a:r>
            <a:rPr lang="en-US" sz="2400" dirty="0" err="1"/>
            <a:t>penjelasan</a:t>
          </a:r>
          <a:r>
            <a:rPr lang="en-US" sz="2400" dirty="0"/>
            <a:t> </a:t>
          </a:r>
          <a:r>
            <a:rPr lang="en-US" sz="2400" dirty="0" err="1"/>
            <a:t>teoritis</a:t>
          </a:r>
          <a:r>
            <a:rPr lang="en-US" sz="2400" dirty="0"/>
            <a:t>.</a:t>
          </a:r>
        </a:p>
      </dgm:t>
    </dgm:pt>
    <dgm:pt modelId="{E10FF892-8D20-4852-A0C6-045AFE754CE6}" type="parTrans" cxnId="{46089ED7-D222-4CAA-95A1-F43716229A7B}">
      <dgm:prSet/>
      <dgm:spPr/>
      <dgm:t>
        <a:bodyPr/>
        <a:lstStyle/>
        <a:p>
          <a:endParaRPr lang="en-US"/>
        </a:p>
      </dgm:t>
    </dgm:pt>
    <dgm:pt modelId="{8E05000A-12CD-4620-9DF5-13D95E5A05B5}" type="sibTrans" cxnId="{46089ED7-D222-4CAA-95A1-F43716229A7B}">
      <dgm:prSet/>
      <dgm:spPr/>
      <dgm:t>
        <a:bodyPr/>
        <a:lstStyle/>
        <a:p>
          <a:endParaRPr lang="en-US"/>
        </a:p>
      </dgm:t>
    </dgm:pt>
    <dgm:pt modelId="{417C7917-C4F1-45A8-A3D3-933C19B6466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i="1" dirty="0"/>
            <a:t>Applied Research</a:t>
          </a:r>
          <a:r>
            <a:rPr lang="id-ID" sz="2400" i="1" dirty="0"/>
            <a:t> (mayoritas di Informatika)</a:t>
          </a:r>
          <a:endParaRPr lang="en-US" sz="2400" dirty="0"/>
        </a:p>
      </dgm:t>
    </dgm:pt>
    <dgm:pt modelId="{89857F9E-BFCA-452D-9E7B-F43835670556}" type="parTrans" cxnId="{9AE3E817-EC7E-42EF-A548-634E49CC1BE3}">
      <dgm:prSet/>
      <dgm:spPr/>
      <dgm:t>
        <a:bodyPr/>
        <a:lstStyle/>
        <a:p>
          <a:endParaRPr lang="en-US"/>
        </a:p>
      </dgm:t>
    </dgm:pt>
    <dgm:pt modelId="{69E68224-BE9C-4155-8B85-5286BAD7DC74}" type="sibTrans" cxnId="{9AE3E817-EC7E-42EF-A548-634E49CC1BE3}">
      <dgm:prSet/>
      <dgm:spPr/>
      <dgm:t>
        <a:bodyPr/>
        <a:lstStyle/>
        <a:p>
          <a:endParaRPr lang="en-US"/>
        </a:p>
      </dgm:t>
    </dgm:pt>
    <dgm:pt modelId="{FD78A102-3906-4659-B212-0D65A62E2E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 err="1"/>
            <a:t>Penelitian</a:t>
          </a:r>
          <a:r>
            <a:rPr lang="en-US" sz="2400" dirty="0"/>
            <a:t> yang </a:t>
          </a:r>
          <a:r>
            <a:rPr lang="en-US" sz="2400" dirty="0" err="1"/>
            <a:t>didesain</a:t>
          </a:r>
          <a:r>
            <a:rPr lang="en-US" sz="2400" dirty="0"/>
            <a:t> </a:t>
          </a:r>
          <a:r>
            <a:rPr lang="en-US" sz="2400" dirty="0" err="1"/>
            <a:t>untuk</a:t>
          </a:r>
          <a:r>
            <a:rPr lang="en-US" sz="2400" dirty="0"/>
            <a:t> </a:t>
          </a:r>
          <a:r>
            <a:rPr lang="en-US" sz="2400" dirty="0" err="1"/>
            <a:t>menawarkan</a:t>
          </a:r>
          <a:r>
            <a:rPr lang="en-US" sz="2400" dirty="0"/>
            <a:t> </a:t>
          </a:r>
          <a:r>
            <a:rPr lang="en-US" sz="2400" dirty="0" err="1"/>
            <a:t>solusi</a:t>
          </a:r>
          <a:r>
            <a:rPr lang="en-US" sz="2400" dirty="0"/>
            <a:t> </a:t>
          </a:r>
          <a:r>
            <a:rPr lang="en-US" sz="2400" dirty="0" err="1"/>
            <a:t>praktis</a:t>
          </a:r>
          <a:r>
            <a:rPr lang="en-US" sz="2400" dirty="0"/>
            <a:t> </a:t>
          </a:r>
          <a:r>
            <a:rPr lang="en-US" sz="2400" dirty="0" err="1"/>
            <a:t>atas</a:t>
          </a:r>
          <a:r>
            <a:rPr lang="en-US" sz="2400" dirty="0"/>
            <a:t> </a:t>
          </a:r>
          <a:r>
            <a:rPr lang="en-US" sz="2400" dirty="0" err="1"/>
            <a:t>suatu</a:t>
          </a:r>
          <a:r>
            <a:rPr lang="en-US" sz="2400" dirty="0"/>
            <a:t> </a:t>
          </a:r>
          <a:r>
            <a:rPr lang="en-US" sz="2400" dirty="0" err="1"/>
            <a:t>permasalahan</a:t>
          </a:r>
          <a:r>
            <a:rPr lang="en-US" sz="2400" dirty="0"/>
            <a:t>.</a:t>
          </a:r>
        </a:p>
      </dgm:t>
    </dgm:pt>
    <dgm:pt modelId="{40CA041A-7B66-4E5D-AE64-2E9971146596}" type="parTrans" cxnId="{6FAE770E-A106-498D-8995-06CBDEE734C7}">
      <dgm:prSet/>
      <dgm:spPr/>
      <dgm:t>
        <a:bodyPr/>
        <a:lstStyle/>
        <a:p>
          <a:endParaRPr lang="en-US"/>
        </a:p>
      </dgm:t>
    </dgm:pt>
    <dgm:pt modelId="{9F6AB759-4D6F-40D6-BF04-61487535EFFE}" type="sibTrans" cxnId="{6FAE770E-A106-498D-8995-06CBDEE734C7}">
      <dgm:prSet/>
      <dgm:spPr/>
      <dgm:t>
        <a:bodyPr/>
        <a:lstStyle/>
        <a:p>
          <a:endParaRPr lang="en-US"/>
        </a:p>
      </dgm:t>
    </dgm:pt>
    <dgm:pt modelId="{7E4015FF-5140-4F1E-ACA5-0C9F3E2D2E23}" type="pres">
      <dgm:prSet presAssocID="{193528B8-46F5-43C7-8566-4F134DBB3A67}" presName="root" presStyleCnt="0">
        <dgm:presLayoutVars>
          <dgm:dir/>
          <dgm:resizeHandles val="exact"/>
        </dgm:presLayoutVars>
      </dgm:prSet>
      <dgm:spPr/>
    </dgm:pt>
    <dgm:pt modelId="{4ED58F98-5FED-4785-88E0-6B81FA290F94}" type="pres">
      <dgm:prSet presAssocID="{9A4135D1-8BB8-467E-AB21-243C316B66E5}" presName="compNode" presStyleCnt="0"/>
      <dgm:spPr/>
    </dgm:pt>
    <dgm:pt modelId="{E39D3436-E2BE-4FCD-B3BA-D1AB48DD4B64}" type="pres">
      <dgm:prSet presAssocID="{9A4135D1-8BB8-467E-AB21-243C316B66E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76D37947-6D56-4B55-854A-DE9E1AB58FDD}" type="pres">
      <dgm:prSet presAssocID="{9A4135D1-8BB8-467E-AB21-243C316B66E5}" presName="iconSpace" presStyleCnt="0"/>
      <dgm:spPr/>
    </dgm:pt>
    <dgm:pt modelId="{DAA05B0B-1B68-4765-83D2-8C9A112C6509}" type="pres">
      <dgm:prSet presAssocID="{9A4135D1-8BB8-467E-AB21-243C316B66E5}" presName="parTx" presStyleLbl="revTx" presStyleIdx="0" presStyleCnt="4">
        <dgm:presLayoutVars>
          <dgm:chMax val="0"/>
          <dgm:chPref val="0"/>
        </dgm:presLayoutVars>
      </dgm:prSet>
      <dgm:spPr/>
    </dgm:pt>
    <dgm:pt modelId="{7B32BB1F-099C-4C90-B3C0-9C00CC14A61A}" type="pres">
      <dgm:prSet presAssocID="{9A4135D1-8BB8-467E-AB21-243C316B66E5}" presName="txSpace" presStyleCnt="0"/>
      <dgm:spPr/>
    </dgm:pt>
    <dgm:pt modelId="{5EA7A6F9-71EB-4A09-80EB-9194326E4845}" type="pres">
      <dgm:prSet presAssocID="{9A4135D1-8BB8-467E-AB21-243C316B66E5}" presName="desTx" presStyleLbl="revTx" presStyleIdx="1" presStyleCnt="4">
        <dgm:presLayoutVars/>
      </dgm:prSet>
      <dgm:spPr/>
    </dgm:pt>
    <dgm:pt modelId="{7ED3E0D1-F518-4BB3-80F3-5355A9505811}" type="pres">
      <dgm:prSet presAssocID="{87A6E7AD-A320-4AE0-B91D-205170BF3A0F}" presName="sibTrans" presStyleCnt="0"/>
      <dgm:spPr/>
    </dgm:pt>
    <dgm:pt modelId="{1B616B9F-8D2C-4364-B3A4-2AA13D318676}" type="pres">
      <dgm:prSet presAssocID="{417C7917-C4F1-45A8-A3D3-933C19B64662}" presName="compNode" presStyleCnt="0"/>
      <dgm:spPr/>
    </dgm:pt>
    <dgm:pt modelId="{71D752A4-D326-4784-8454-1B8C6E35B72E}" type="pres">
      <dgm:prSet presAssocID="{417C7917-C4F1-45A8-A3D3-933C19B646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C65699E-D556-48BB-8ECB-A5C84CC4915D}" type="pres">
      <dgm:prSet presAssocID="{417C7917-C4F1-45A8-A3D3-933C19B64662}" presName="iconSpace" presStyleCnt="0"/>
      <dgm:spPr/>
    </dgm:pt>
    <dgm:pt modelId="{880D9541-E288-408C-961C-9CA9BE128F18}" type="pres">
      <dgm:prSet presAssocID="{417C7917-C4F1-45A8-A3D3-933C19B64662}" presName="parTx" presStyleLbl="revTx" presStyleIdx="2" presStyleCnt="4">
        <dgm:presLayoutVars>
          <dgm:chMax val="0"/>
          <dgm:chPref val="0"/>
        </dgm:presLayoutVars>
      </dgm:prSet>
      <dgm:spPr/>
    </dgm:pt>
    <dgm:pt modelId="{A0DC1CDC-787D-489E-9A5F-C6597F7924C6}" type="pres">
      <dgm:prSet presAssocID="{417C7917-C4F1-45A8-A3D3-933C19B64662}" presName="txSpace" presStyleCnt="0"/>
      <dgm:spPr/>
    </dgm:pt>
    <dgm:pt modelId="{97F92D88-9212-44E1-A97E-01074FF71AB5}" type="pres">
      <dgm:prSet presAssocID="{417C7917-C4F1-45A8-A3D3-933C19B64662}" presName="desTx" presStyleLbl="revTx" presStyleIdx="3" presStyleCnt="4">
        <dgm:presLayoutVars/>
      </dgm:prSet>
      <dgm:spPr/>
    </dgm:pt>
  </dgm:ptLst>
  <dgm:cxnLst>
    <dgm:cxn modelId="{6FAE770E-A106-498D-8995-06CBDEE734C7}" srcId="{417C7917-C4F1-45A8-A3D3-933C19B64662}" destId="{FD78A102-3906-4659-B212-0D65A62E2E38}" srcOrd="0" destOrd="0" parTransId="{40CA041A-7B66-4E5D-AE64-2E9971146596}" sibTransId="{9F6AB759-4D6F-40D6-BF04-61487535EFFE}"/>
    <dgm:cxn modelId="{9AE3E817-EC7E-42EF-A548-634E49CC1BE3}" srcId="{193528B8-46F5-43C7-8566-4F134DBB3A67}" destId="{417C7917-C4F1-45A8-A3D3-933C19B64662}" srcOrd="1" destOrd="0" parTransId="{89857F9E-BFCA-452D-9E7B-F43835670556}" sibTransId="{69E68224-BE9C-4155-8B85-5286BAD7DC74}"/>
    <dgm:cxn modelId="{0C6F4C51-4C2E-480C-8352-BF79809695B2}" srcId="{193528B8-46F5-43C7-8566-4F134DBB3A67}" destId="{9A4135D1-8BB8-467E-AB21-243C316B66E5}" srcOrd="0" destOrd="0" parTransId="{5DD8EA0C-22B6-4DB3-A29B-1972FAD40A5F}" sibTransId="{87A6E7AD-A320-4AE0-B91D-205170BF3A0F}"/>
    <dgm:cxn modelId="{29F0F053-5BA9-464E-93D2-CA515281A71A}" type="presOf" srcId="{417C7917-C4F1-45A8-A3D3-933C19B64662}" destId="{880D9541-E288-408C-961C-9CA9BE128F18}" srcOrd="0" destOrd="0" presId="urn:microsoft.com/office/officeart/2018/2/layout/IconLabelDescriptionList"/>
    <dgm:cxn modelId="{2BF4C1B1-B998-417C-BB65-F3B7F6A2561D}" type="presOf" srcId="{9A4135D1-8BB8-467E-AB21-243C316B66E5}" destId="{DAA05B0B-1B68-4765-83D2-8C9A112C6509}" srcOrd="0" destOrd="0" presId="urn:microsoft.com/office/officeart/2018/2/layout/IconLabelDescriptionList"/>
    <dgm:cxn modelId="{A08C08B8-DAC5-40EC-B001-307D3DA7C89B}" type="presOf" srcId="{FD78A102-3906-4659-B212-0D65A62E2E38}" destId="{97F92D88-9212-44E1-A97E-01074FF71AB5}" srcOrd="0" destOrd="0" presId="urn:microsoft.com/office/officeart/2018/2/layout/IconLabelDescriptionList"/>
    <dgm:cxn modelId="{46089ED7-D222-4CAA-95A1-F43716229A7B}" srcId="{9A4135D1-8BB8-467E-AB21-243C316B66E5}" destId="{19C84CE5-7BB0-4FBA-ADFC-1F4440CBAF9F}" srcOrd="0" destOrd="0" parTransId="{E10FF892-8D20-4852-A0C6-045AFE754CE6}" sibTransId="{8E05000A-12CD-4620-9DF5-13D95E5A05B5}"/>
    <dgm:cxn modelId="{5FE56FE9-1995-4756-8B71-7EAFC46B5B30}" type="presOf" srcId="{19C84CE5-7BB0-4FBA-ADFC-1F4440CBAF9F}" destId="{5EA7A6F9-71EB-4A09-80EB-9194326E4845}" srcOrd="0" destOrd="0" presId="urn:microsoft.com/office/officeart/2018/2/layout/IconLabelDescriptionList"/>
    <dgm:cxn modelId="{2F8A3AFC-D4A2-4CE7-89C6-C9FA944391AB}" type="presOf" srcId="{193528B8-46F5-43C7-8566-4F134DBB3A67}" destId="{7E4015FF-5140-4F1E-ACA5-0C9F3E2D2E23}" srcOrd="0" destOrd="0" presId="urn:microsoft.com/office/officeart/2018/2/layout/IconLabelDescriptionList"/>
    <dgm:cxn modelId="{83D55D23-1D94-4AC6-B9A3-BBAFC81E5E36}" type="presParOf" srcId="{7E4015FF-5140-4F1E-ACA5-0C9F3E2D2E23}" destId="{4ED58F98-5FED-4785-88E0-6B81FA290F94}" srcOrd="0" destOrd="0" presId="urn:microsoft.com/office/officeart/2018/2/layout/IconLabelDescriptionList"/>
    <dgm:cxn modelId="{7E635B16-A152-4744-A0F1-0A166E59EA8D}" type="presParOf" srcId="{4ED58F98-5FED-4785-88E0-6B81FA290F94}" destId="{E39D3436-E2BE-4FCD-B3BA-D1AB48DD4B64}" srcOrd="0" destOrd="0" presId="urn:microsoft.com/office/officeart/2018/2/layout/IconLabelDescriptionList"/>
    <dgm:cxn modelId="{8F47195B-F3B5-4AA4-B462-1A21170E5923}" type="presParOf" srcId="{4ED58F98-5FED-4785-88E0-6B81FA290F94}" destId="{76D37947-6D56-4B55-854A-DE9E1AB58FDD}" srcOrd="1" destOrd="0" presId="urn:microsoft.com/office/officeart/2018/2/layout/IconLabelDescriptionList"/>
    <dgm:cxn modelId="{A0A88712-637B-4559-A5B9-50C3C0DF7DB5}" type="presParOf" srcId="{4ED58F98-5FED-4785-88E0-6B81FA290F94}" destId="{DAA05B0B-1B68-4765-83D2-8C9A112C6509}" srcOrd="2" destOrd="0" presId="urn:microsoft.com/office/officeart/2018/2/layout/IconLabelDescriptionList"/>
    <dgm:cxn modelId="{86AE7B3D-ADF7-4513-9BA1-BCF6A15F3B07}" type="presParOf" srcId="{4ED58F98-5FED-4785-88E0-6B81FA290F94}" destId="{7B32BB1F-099C-4C90-B3C0-9C00CC14A61A}" srcOrd="3" destOrd="0" presId="urn:microsoft.com/office/officeart/2018/2/layout/IconLabelDescriptionList"/>
    <dgm:cxn modelId="{8E5FD3CC-BF48-444D-874E-625782FDCF2E}" type="presParOf" srcId="{4ED58F98-5FED-4785-88E0-6B81FA290F94}" destId="{5EA7A6F9-71EB-4A09-80EB-9194326E4845}" srcOrd="4" destOrd="0" presId="urn:microsoft.com/office/officeart/2018/2/layout/IconLabelDescriptionList"/>
    <dgm:cxn modelId="{2B456FE7-7FDE-43A8-A08F-29120E4FA197}" type="presParOf" srcId="{7E4015FF-5140-4F1E-ACA5-0C9F3E2D2E23}" destId="{7ED3E0D1-F518-4BB3-80F3-5355A9505811}" srcOrd="1" destOrd="0" presId="urn:microsoft.com/office/officeart/2018/2/layout/IconLabelDescriptionList"/>
    <dgm:cxn modelId="{14D0AC03-7E28-41AD-A8FF-28D60042BF95}" type="presParOf" srcId="{7E4015FF-5140-4F1E-ACA5-0C9F3E2D2E23}" destId="{1B616B9F-8D2C-4364-B3A4-2AA13D318676}" srcOrd="2" destOrd="0" presId="urn:microsoft.com/office/officeart/2018/2/layout/IconLabelDescriptionList"/>
    <dgm:cxn modelId="{F540A5A8-0090-4167-841E-096A78DA0EE8}" type="presParOf" srcId="{1B616B9F-8D2C-4364-B3A4-2AA13D318676}" destId="{71D752A4-D326-4784-8454-1B8C6E35B72E}" srcOrd="0" destOrd="0" presId="urn:microsoft.com/office/officeart/2018/2/layout/IconLabelDescriptionList"/>
    <dgm:cxn modelId="{0323855C-7015-496F-BFA2-54C8910B2DF7}" type="presParOf" srcId="{1B616B9F-8D2C-4364-B3A4-2AA13D318676}" destId="{7C65699E-D556-48BB-8ECB-A5C84CC4915D}" srcOrd="1" destOrd="0" presId="urn:microsoft.com/office/officeart/2018/2/layout/IconLabelDescriptionList"/>
    <dgm:cxn modelId="{C136C2DD-C158-47D3-898E-C9BA4C875D7C}" type="presParOf" srcId="{1B616B9F-8D2C-4364-B3A4-2AA13D318676}" destId="{880D9541-E288-408C-961C-9CA9BE128F18}" srcOrd="2" destOrd="0" presId="urn:microsoft.com/office/officeart/2018/2/layout/IconLabelDescriptionList"/>
    <dgm:cxn modelId="{9FD63866-C1E3-4CBA-9B43-BD9893296A52}" type="presParOf" srcId="{1B616B9F-8D2C-4364-B3A4-2AA13D318676}" destId="{A0DC1CDC-787D-489E-9A5F-C6597F7924C6}" srcOrd="3" destOrd="0" presId="urn:microsoft.com/office/officeart/2018/2/layout/IconLabelDescriptionList"/>
    <dgm:cxn modelId="{345DC13A-0DE7-43B9-9F8C-DFD4804D5866}" type="presParOf" srcId="{1B616B9F-8D2C-4364-B3A4-2AA13D318676}" destId="{97F92D88-9212-44E1-A97E-01074FF71AB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85C2E1F-64E9-4714-8C07-371A41CAF6B4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626F35-4790-4D60-BC04-B31601D29EFC}">
      <dgm:prSet/>
      <dgm:spPr/>
      <dgm:t>
        <a:bodyPr/>
        <a:lstStyle/>
        <a:p>
          <a:r>
            <a:rPr lang="en-US"/>
            <a:t>Quantitative / Kuantitatif</a:t>
          </a:r>
        </a:p>
      </dgm:t>
    </dgm:pt>
    <dgm:pt modelId="{66352803-D665-46FB-BA80-E7FCBFC81E28}" type="parTrans" cxnId="{ACAF2E62-EECF-447E-9093-0C18849A208A}">
      <dgm:prSet/>
      <dgm:spPr/>
      <dgm:t>
        <a:bodyPr/>
        <a:lstStyle/>
        <a:p>
          <a:endParaRPr lang="en-US"/>
        </a:p>
      </dgm:t>
    </dgm:pt>
    <dgm:pt modelId="{82951B09-3CA7-45B0-A8B4-5A3E26DF8989}" type="sibTrans" cxnId="{ACAF2E62-EECF-447E-9093-0C18849A208A}">
      <dgm:prSet/>
      <dgm:spPr/>
      <dgm:t>
        <a:bodyPr/>
        <a:lstStyle/>
        <a:p>
          <a:endParaRPr lang="en-US"/>
        </a:p>
      </dgm:t>
    </dgm:pt>
    <dgm:pt modelId="{F9807B08-05BE-4979-BD16-CCFF2B0F49A0}">
      <dgm:prSet custT="1"/>
      <dgm:spPr/>
      <dgm:t>
        <a:bodyPr/>
        <a:lstStyle/>
        <a:p>
          <a:r>
            <a:rPr lang="en-US" sz="1800" dirty="0" err="1"/>
            <a:t>Pengumpulan</a:t>
          </a:r>
          <a:r>
            <a:rPr lang="en-US" sz="1800" dirty="0"/>
            <a:t> data </a:t>
          </a:r>
          <a:r>
            <a:rPr lang="en-US" sz="1800" dirty="0" err="1"/>
            <a:t>dalam</a:t>
          </a:r>
          <a:r>
            <a:rPr lang="en-US" sz="1800" dirty="0"/>
            <a:t> </a:t>
          </a:r>
          <a:r>
            <a:rPr lang="en-US" sz="1800" dirty="0" err="1"/>
            <a:t>bentuk</a:t>
          </a:r>
          <a:r>
            <a:rPr lang="en-US" sz="1800" dirty="0"/>
            <a:t> </a:t>
          </a:r>
          <a:r>
            <a:rPr lang="en-US" sz="1800" dirty="0" err="1"/>
            <a:t>angk</a:t>
          </a:r>
          <a:r>
            <a:rPr lang="en-US" sz="1400" dirty="0" err="1"/>
            <a:t>a</a:t>
          </a:r>
          <a:r>
            <a:rPr lang="en-US" sz="1400" dirty="0"/>
            <a:t>	</a:t>
          </a:r>
        </a:p>
      </dgm:t>
    </dgm:pt>
    <dgm:pt modelId="{2F452AEE-2C1A-4F8B-B9B1-C8E9049F2DA2}" type="parTrans" cxnId="{1DEF2FF8-8056-44BC-AD11-289FF15DA955}">
      <dgm:prSet/>
      <dgm:spPr/>
      <dgm:t>
        <a:bodyPr/>
        <a:lstStyle/>
        <a:p>
          <a:endParaRPr lang="en-US"/>
        </a:p>
      </dgm:t>
    </dgm:pt>
    <dgm:pt modelId="{5D1112DF-0134-45D3-850E-A36A4BE49A56}" type="sibTrans" cxnId="{1DEF2FF8-8056-44BC-AD11-289FF15DA955}">
      <dgm:prSet/>
      <dgm:spPr/>
      <dgm:t>
        <a:bodyPr/>
        <a:lstStyle/>
        <a:p>
          <a:endParaRPr lang="en-US"/>
        </a:p>
      </dgm:t>
    </dgm:pt>
    <dgm:pt modelId="{5B9474DC-EAFE-44EF-9E0B-EA3A83F61234}">
      <dgm:prSet/>
      <dgm:spPr/>
      <dgm:t>
        <a:bodyPr/>
        <a:lstStyle/>
        <a:p>
          <a:r>
            <a:rPr lang="en-US"/>
            <a:t>Qualitative / Kualitatif</a:t>
          </a:r>
        </a:p>
      </dgm:t>
    </dgm:pt>
    <dgm:pt modelId="{164952A3-1EA7-4CF4-A463-ED957069DD18}" type="parTrans" cxnId="{372BB4FD-51FC-4F44-B4FF-A1B41594E324}">
      <dgm:prSet/>
      <dgm:spPr/>
      <dgm:t>
        <a:bodyPr/>
        <a:lstStyle/>
        <a:p>
          <a:endParaRPr lang="en-US"/>
        </a:p>
      </dgm:t>
    </dgm:pt>
    <dgm:pt modelId="{A84D5C9C-FC83-428D-B96F-D9337EA12D63}" type="sibTrans" cxnId="{372BB4FD-51FC-4F44-B4FF-A1B41594E324}">
      <dgm:prSet/>
      <dgm:spPr/>
      <dgm:t>
        <a:bodyPr/>
        <a:lstStyle/>
        <a:p>
          <a:endParaRPr lang="en-US"/>
        </a:p>
      </dgm:t>
    </dgm:pt>
    <dgm:pt modelId="{9C1C2C97-F054-496F-9FA1-538373B38EFC}">
      <dgm:prSet custT="1"/>
      <dgm:spPr/>
      <dgm:t>
        <a:bodyPr/>
        <a:lstStyle/>
        <a:p>
          <a:r>
            <a:rPr lang="en-US" sz="1800" dirty="0" err="1"/>
            <a:t>Pengumpulan</a:t>
          </a:r>
          <a:r>
            <a:rPr lang="en-US" sz="1800" dirty="0"/>
            <a:t> data </a:t>
          </a:r>
          <a:r>
            <a:rPr lang="en-US" sz="1800" dirty="0" err="1"/>
            <a:t>dalam</a:t>
          </a:r>
          <a:r>
            <a:rPr lang="en-US" sz="1800" dirty="0"/>
            <a:t> </a:t>
          </a:r>
          <a:r>
            <a:rPr lang="en-US" sz="1800" dirty="0" err="1"/>
            <a:t>bentuk</a:t>
          </a:r>
          <a:r>
            <a:rPr lang="en-US" sz="1800" dirty="0"/>
            <a:t> kata – kata </a:t>
          </a:r>
          <a:r>
            <a:rPr lang="en-US" sz="1800" dirty="0" err="1"/>
            <a:t>atau</a:t>
          </a:r>
          <a:r>
            <a:rPr lang="en-US" sz="1800" dirty="0"/>
            <a:t> </a:t>
          </a:r>
          <a:r>
            <a:rPr lang="en-US" sz="1800" dirty="0" err="1"/>
            <a:t>gambar</a:t>
          </a:r>
          <a:endParaRPr lang="en-US" sz="1800" dirty="0"/>
        </a:p>
      </dgm:t>
    </dgm:pt>
    <dgm:pt modelId="{066DB843-A249-4DBC-947F-7013FB01F381}" type="parTrans" cxnId="{E6A8678E-69B2-46B2-8EC3-977B484B8721}">
      <dgm:prSet/>
      <dgm:spPr/>
      <dgm:t>
        <a:bodyPr/>
        <a:lstStyle/>
        <a:p>
          <a:endParaRPr lang="en-US"/>
        </a:p>
      </dgm:t>
    </dgm:pt>
    <dgm:pt modelId="{A021FCD2-75B6-49B6-BF63-D11EC164BDC2}" type="sibTrans" cxnId="{E6A8678E-69B2-46B2-8EC3-977B484B8721}">
      <dgm:prSet/>
      <dgm:spPr/>
      <dgm:t>
        <a:bodyPr/>
        <a:lstStyle/>
        <a:p>
          <a:endParaRPr lang="en-US"/>
        </a:p>
      </dgm:t>
    </dgm:pt>
    <dgm:pt modelId="{7C16A630-A06A-4727-8552-4A7761F531FB}" type="pres">
      <dgm:prSet presAssocID="{E85C2E1F-64E9-4714-8C07-371A41CAF6B4}" presName="root" presStyleCnt="0">
        <dgm:presLayoutVars>
          <dgm:dir/>
          <dgm:resizeHandles val="exact"/>
        </dgm:presLayoutVars>
      </dgm:prSet>
      <dgm:spPr/>
    </dgm:pt>
    <dgm:pt modelId="{8CA44595-E296-49D5-B42B-4202E1A5B74F}" type="pres">
      <dgm:prSet presAssocID="{8E626F35-4790-4D60-BC04-B31601D29EFC}" presName="compNode" presStyleCnt="0"/>
      <dgm:spPr/>
    </dgm:pt>
    <dgm:pt modelId="{714C455A-1E99-404F-A5F1-7EF935271AC0}" type="pres">
      <dgm:prSet presAssocID="{8E626F35-4790-4D60-BC04-B31601D29EFC}" presName="bgRect" presStyleLbl="bgShp" presStyleIdx="0" presStyleCnt="2"/>
      <dgm:spPr/>
    </dgm:pt>
    <dgm:pt modelId="{0D38A09F-05F9-40B9-A690-60D0C9231FB2}" type="pres">
      <dgm:prSet presAssocID="{8E626F35-4790-4D60-BC04-B31601D29E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5D71374-4DE0-4E03-9E44-04A39C7E2BA7}" type="pres">
      <dgm:prSet presAssocID="{8E626F35-4790-4D60-BC04-B31601D29EFC}" presName="spaceRect" presStyleCnt="0"/>
      <dgm:spPr/>
    </dgm:pt>
    <dgm:pt modelId="{100DEAC1-F10C-4AA8-AF8A-BB29D26D2AB0}" type="pres">
      <dgm:prSet presAssocID="{8E626F35-4790-4D60-BC04-B31601D29EFC}" presName="parTx" presStyleLbl="revTx" presStyleIdx="0" presStyleCnt="4">
        <dgm:presLayoutVars>
          <dgm:chMax val="0"/>
          <dgm:chPref val="0"/>
        </dgm:presLayoutVars>
      </dgm:prSet>
      <dgm:spPr/>
    </dgm:pt>
    <dgm:pt modelId="{FD3FBD00-BEFE-4FA9-9F0F-0A7398F07076}" type="pres">
      <dgm:prSet presAssocID="{8E626F35-4790-4D60-BC04-B31601D29EFC}" presName="desTx" presStyleLbl="revTx" presStyleIdx="1" presStyleCnt="4" custScaleX="150456" custLinFactNeighborX="-18774" custLinFactNeighborY="-556">
        <dgm:presLayoutVars/>
      </dgm:prSet>
      <dgm:spPr/>
    </dgm:pt>
    <dgm:pt modelId="{545A6313-B959-424B-9C1F-FC61895FC9BC}" type="pres">
      <dgm:prSet presAssocID="{82951B09-3CA7-45B0-A8B4-5A3E26DF8989}" presName="sibTrans" presStyleCnt="0"/>
      <dgm:spPr/>
    </dgm:pt>
    <dgm:pt modelId="{6668A690-9A69-498D-B6B4-8637F9A97219}" type="pres">
      <dgm:prSet presAssocID="{5B9474DC-EAFE-44EF-9E0B-EA3A83F61234}" presName="compNode" presStyleCnt="0"/>
      <dgm:spPr/>
    </dgm:pt>
    <dgm:pt modelId="{6A7DD521-5D60-4716-833B-9CB947C5932C}" type="pres">
      <dgm:prSet presAssocID="{5B9474DC-EAFE-44EF-9E0B-EA3A83F61234}" presName="bgRect" presStyleLbl="bgShp" presStyleIdx="1" presStyleCnt="2"/>
      <dgm:spPr/>
    </dgm:pt>
    <dgm:pt modelId="{3276559C-1A1F-4B3E-A3FE-0846454FEE64}" type="pres">
      <dgm:prSet presAssocID="{5B9474DC-EAFE-44EF-9E0B-EA3A83F6123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AD01A24E-8D75-4CE0-AFB8-3CD74B7F6407}" type="pres">
      <dgm:prSet presAssocID="{5B9474DC-EAFE-44EF-9E0B-EA3A83F61234}" presName="spaceRect" presStyleCnt="0"/>
      <dgm:spPr/>
    </dgm:pt>
    <dgm:pt modelId="{FF210AF4-82E5-4CDC-846C-3D2D2EE29DCF}" type="pres">
      <dgm:prSet presAssocID="{5B9474DC-EAFE-44EF-9E0B-EA3A83F61234}" presName="parTx" presStyleLbl="revTx" presStyleIdx="2" presStyleCnt="4">
        <dgm:presLayoutVars>
          <dgm:chMax val="0"/>
          <dgm:chPref val="0"/>
        </dgm:presLayoutVars>
      </dgm:prSet>
      <dgm:spPr/>
    </dgm:pt>
    <dgm:pt modelId="{D79E1ECD-410D-4FAD-A6C5-6146A0151DE8}" type="pres">
      <dgm:prSet presAssocID="{5B9474DC-EAFE-44EF-9E0B-EA3A83F61234}" presName="desTx" presStyleLbl="revTx" presStyleIdx="3" presStyleCnt="4" custScaleX="141912" custLinFactNeighborX="-23992">
        <dgm:presLayoutVars/>
      </dgm:prSet>
      <dgm:spPr/>
    </dgm:pt>
  </dgm:ptLst>
  <dgm:cxnLst>
    <dgm:cxn modelId="{44A6E35F-E811-45CD-B081-3F56E5D8BB7D}" type="presOf" srcId="{5B9474DC-EAFE-44EF-9E0B-EA3A83F61234}" destId="{FF210AF4-82E5-4CDC-846C-3D2D2EE29DCF}" srcOrd="0" destOrd="0" presId="urn:microsoft.com/office/officeart/2018/2/layout/IconVerticalSolidList"/>
    <dgm:cxn modelId="{ACAF2E62-EECF-447E-9093-0C18849A208A}" srcId="{E85C2E1F-64E9-4714-8C07-371A41CAF6B4}" destId="{8E626F35-4790-4D60-BC04-B31601D29EFC}" srcOrd="0" destOrd="0" parTransId="{66352803-D665-46FB-BA80-E7FCBFC81E28}" sibTransId="{82951B09-3CA7-45B0-A8B4-5A3E26DF8989}"/>
    <dgm:cxn modelId="{CD95476D-DD7D-4047-BA76-0ED15AB7ACD0}" type="presOf" srcId="{9C1C2C97-F054-496F-9FA1-538373B38EFC}" destId="{D79E1ECD-410D-4FAD-A6C5-6146A0151DE8}" srcOrd="0" destOrd="0" presId="urn:microsoft.com/office/officeart/2018/2/layout/IconVerticalSolidList"/>
    <dgm:cxn modelId="{6C3D2A75-13A3-4D40-ABAF-57138A9DB0EC}" type="presOf" srcId="{8E626F35-4790-4D60-BC04-B31601D29EFC}" destId="{100DEAC1-F10C-4AA8-AF8A-BB29D26D2AB0}" srcOrd="0" destOrd="0" presId="urn:microsoft.com/office/officeart/2018/2/layout/IconVerticalSolidList"/>
    <dgm:cxn modelId="{C26B937E-727D-40D9-AC91-55D882C4C5E4}" type="presOf" srcId="{E85C2E1F-64E9-4714-8C07-371A41CAF6B4}" destId="{7C16A630-A06A-4727-8552-4A7761F531FB}" srcOrd="0" destOrd="0" presId="urn:microsoft.com/office/officeart/2018/2/layout/IconVerticalSolidList"/>
    <dgm:cxn modelId="{E6A8678E-69B2-46B2-8EC3-977B484B8721}" srcId="{5B9474DC-EAFE-44EF-9E0B-EA3A83F61234}" destId="{9C1C2C97-F054-496F-9FA1-538373B38EFC}" srcOrd="0" destOrd="0" parTransId="{066DB843-A249-4DBC-947F-7013FB01F381}" sibTransId="{A021FCD2-75B6-49B6-BF63-D11EC164BDC2}"/>
    <dgm:cxn modelId="{A8CA87A5-97CF-40B4-B57D-E5BF2CF64F56}" type="presOf" srcId="{F9807B08-05BE-4979-BD16-CCFF2B0F49A0}" destId="{FD3FBD00-BEFE-4FA9-9F0F-0A7398F07076}" srcOrd="0" destOrd="0" presId="urn:microsoft.com/office/officeart/2018/2/layout/IconVerticalSolidList"/>
    <dgm:cxn modelId="{1DEF2FF8-8056-44BC-AD11-289FF15DA955}" srcId="{8E626F35-4790-4D60-BC04-B31601D29EFC}" destId="{F9807B08-05BE-4979-BD16-CCFF2B0F49A0}" srcOrd="0" destOrd="0" parTransId="{2F452AEE-2C1A-4F8B-B9B1-C8E9049F2DA2}" sibTransId="{5D1112DF-0134-45D3-850E-A36A4BE49A56}"/>
    <dgm:cxn modelId="{372BB4FD-51FC-4F44-B4FF-A1B41594E324}" srcId="{E85C2E1F-64E9-4714-8C07-371A41CAF6B4}" destId="{5B9474DC-EAFE-44EF-9E0B-EA3A83F61234}" srcOrd="1" destOrd="0" parTransId="{164952A3-1EA7-4CF4-A463-ED957069DD18}" sibTransId="{A84D5C9C-FC83-428D-B96F-D9337EA12D63}"/>
    <dgm:cxn modelId="{9AC95F0B-110A-42FE-9290-F005AD937FDC}" type="presParOf" srcId="{7C16A630-A06A-4727-8552-4A7761F531FB}" destId="{8CA44595-E296-49D5-B42B-4202E1A5B74F}" srcOrd="0" destOrd="0" presId="urn:microsoft.com/office/officeart/2018/2/layout/IconVerticalSolidList"/>
    <dgm:cxn modelId="{F72276D6-80D3-4B04-BBE0-140A47451B2D}" type="presParOf" srcId="{8CA44595-E296-49D5-B42B-4202E1A5B74F}" destId="{714C455A-1E99-404F-A5F1-7EF935271AC0}" srcOrd="0" destOrd="0" presId="urn:microsoft.com/office/officeart/2018/2/layout/IconVerticalSolidList"/>
    <dgm:cxn modelId="{5C493C52-0D7E-4FB2-9534-CD6A40E5A8CF}" type="presParOf" srcId="{8CA44595-E296-49D5-B42B-4202E1A5B74F}" destId="{0D38A09F-05F9-40B9-A690-60D0C9231FB2}" srcOrd="1" destOrd="0" presId="urn:microsoft.com/office/officeart/2018/2/layout/IconVerticalSolidList"/>
    <dgm:cxn modelId="{15A01BA2-0596-4547-B0DF-1338B81A8172}" type="presParOf" srcId="{8CA44595-E296-49D5-B42B-4202E1A5B74F}" destId="{A5D71374-4DE0-4E03-9E44-04A39C7E2BA7}" srcOrd="2" destOrd="0" presId="urn:microsoft.com/office/officeart/2018/2/layout/IconVerticalSolidList"/>
    <dgm:cxn modelId="{A5AFDAD0-456A-46F7-A4F4-AF9D0075E875}" type="presParOf" srcId="{8CA44595-E296-49D5-B42B-4202E1A5B74F}" destId="{100DEAC1-F10C-4AA8-AF8A-BB29D26D2AB0}" srcOrd="3" destOrd="0" presId="urn:microsoft.com/office/officeart/2018/2/layout/IconVerticalSolidList"/>
    <dgm:cxn modelId="{A95D9EFF-4C33-44A7-AB77-C4312C416893}" type="presParOf" srcId="{8CA44595-E296-49D5-B42B-4202E1A5B74F}" destId="{FD3FBD00-BEFE-4FA9-9F0F-0A7398F07076}" srcOrd="4" destOrd="0" presId="urn:microsoft.com/office/officeart/2018/2/layout/IconVerticalSolidList"/>
    <dgm:cxn modelId="{47DE8F5B-0DD0-433C-B0F4-68621874A883}" type="presParOf" srcId="{7C16A630-A06A-4727-8552-4A7761F531FB}" destId="{545A6313-B959-424B-9C1F-FC61895FC9BC}" srcOrd="1" destOrd="0" presId="urn:microsoft.com/office/officeart/2018/2/layout/IconVerticalSolidList"/>
    <dgm:cxn modelId="{4D677689-8A7E-4CD3-B2C7-AE48EC11CABC}" type="presParOf" srcId="{7C16A630-A06A-4727-8552-4A7761F531FB}" destId="{6668A690-9A69-498D-B6B4-8637F9A97219}" srcOrd="2" destOrd="0" presId="urn:microsoft.com/office/officeart/2018/2/layout/IconVerticalSolidList"/>
    <dgm:cxn modelId="{80565224-3474-4AED-B2B6-B2CACDA621BA}" type="presParOf" srcId="{6668A690-9A69-498D-B6B4-8637F9A97219}" destId="{6A7DD521-5D60-4716-833B-9CB947C5932C}" srcOrd="0" destOrd="0" presId="urn:microsoft.com/office/officeart/2018/2/layout/IconVerticalSolidList"/>
    <dgm:cxn modelId="{E53F9FA0-B6AD-4B6C-891C-4BDC0476614C}" type="presParOf" srcId="{6668A690-9A69-498D-B6B4-8637F9A97219}" destId="{3276559C-1A1F-4B3E-A3FE-0846454FEE64}" srcOrd="1" destOrd="0" presId="urn:microsoft.com/office/officeart/2018/2/layout/IconVerticalSolidList"/>
    <dgm:cxn modelId="{474CA50A-EB34-4219-AE23-C0BC06508F95}" type="presParOf" srcId="{6668A690-9A69-498D-B6B4-8637F9A97219}" destId="{AD01A24E-8D75-4CE0-AFB8-3CD74B7F6407}" srcOrd="2" destOrd="0" presId="urn:microsoft.com/office/officeart/2018/2/layout/IconVerticalSolidList"/>
    <dgm:cxn modelId="{3BEE8051-C2D9-4A41-BE6D-C9E47B9410E4}" type="presParOf" srcId="{6668A690-9A69-498D-B6B4-8637F9A97219}" destId="{FF210AF4-82E5-4CDC-846C-3D2D2EE29DCF}" srcOrd="3" destOrd="0" presId="urn:microsoft.com/office/officeart/2018/2/layout/IconVerticalSolidList"/>
    <dgm:cxn modelId="{92CD0BB9-8BC6-4FC2-8040-289F84296E37}" type="presParOf" srcId="{6668A690-9A69-498D-B6B4-8637F9A97219}" destId="{D79E1ECD-410D-4FAD-A6C5-6146A0151DE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A4D58-EA91-4BA0-899C-C99BDE1508D0}">
      <dsp:nvSpPr>
        <dsp:cNvPr id="0" name=""/>
        <dsp:cNvSpPr/>
      </dsp:nvSpPr>
      <dsp:spPr>
        <a:xfrm>
          <a:off x="1555712" y="55179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E3B5FA-08AE-4893-BBE6-BFF6786A0779}">
      <dsp:nvSpPr>
        <dsp:cNvPr id="0" name=""/>
        <dsp:cNvSpPr/>
      </dsp:nvSpPr>
      <dsp:spPr>
        <a:xfrm>
          <a:off x="367712" y="2541418"/>
          <a:ext cx="4320000" cy="1428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Mahasiswa</a:t>
          </a:r>
          <a:r>
            <a:rPr lang="en-US" sz="3200" kern="1200" dirty="0"/>
            <a:t> yang semester </a:t>
          </a:r>
          <a:r>
            <a:rPr lang="en-US" sz="3200" kern="1200" dirty="0" err="1"/>
            <a:t>depan</a:t>
          </a:r>
          <a:r>
            <a:rPr lang="en-US" sz="3200" kern="1200" dirty="0"/>
            <a:t> </a:t>
          </a:r>
          <a:r>
            <a:rPr lang="en-US" sz="3200" kern="1200" dirty="0" err="1"/>
            <a:t>maju</a:t>
          </a:r>
          <a:r>
            <a:rPr lang="en-US" sz="3200" kern="1200" dirty="0"/>
            <a:t> </a:t>
          </a:r>
          <a:r>
            <a:rPr lang="en-US" sz="3200" kern="1200" dirty="0" err="1"/>
            <a:t>Sidang</a:t>
          </a:r>
          <a:r>
            <a:rPr lang="en-US" sz="3200" kern="1200" dirty="0"/>
            <a:t> </a:t>
          </a:r>
          <a:r>
            <a:rPr lang="en-US" sz="3200" kern="1200" dirty="0" err="1"/>
            <a:t>Tugas</a:t>
          </a:r>
          <a:r>
            <a:rPr lang="en-US" sz="3200" kern="1200" dirty="0"/>
            <a:t> </a:t>
          </a:r>
          <a:r>
            <a:rPr lang="en-US" sz="3200" kern="1200" dirty="0" err="1"/>
            <a:t>Akhir</a:t>
          </a:r>
          <a:endParaRPr lang="en-US" sz="3200" kern="1200" dirty="0"/>
        </a:p>
      </dsp:txBody>
      <dsp:txXfrm>
        <a:off x="367712" y="2541418"/>
        <a:ext cx="4320000" cy="1428799"/>
      </dsp:txXfrm>
    </dsp:sp>
    <dsp:sp modelId="{D78243A2-CFEE-4450-9D86-0329696A9972}">
      <dsp:nvSpPr>
        <dsp:cNvPr id="0" name=""/>
        <dsp:cNvSpPr/>
      </dsp:nvSpPr>
      <dsp:spPr>
        <a:xfrm>
          <a:off x="6631712" y="74879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145EEF-A8B4-49A9-8B56-DCD76563A43C}">
      <dsp:nvSpPr>
        <dsp:cNvPr id="0" name=""/>
        <dsp:cNvSpPr/>
      </dsp:nvSpPr>
      <dsp:spPr>
        <a:xfrm>
          <a:off x="5443712" y="2600517"/>
          <a:ext cx="4320000" cy="13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Mengapa</a:t>
          </a:r>
          <a:r>
            <a:rPr lang="en-US" sz="3100" kern="1200" dirty="0"/>
            <a:t> ? Karena di </a:t>
          </a:r>
          <a:r>
            <a:rPr lang="en-US" sz="3100" kern="1200" dirty="0" err="1"/>
            <a:t>sini</a:t>
          </a:r>
          <a:r>
            <a:rPr lang="en-US" sz="3100" kern="1200" dirty="0"/>
            <a:t> </a:t>
          </a:r>
          <a:r>
            <a:rPr lang="en-US" sz="3100" kern="1200" dirty="0" err="1"/>
            <a:t>anda</a:t>
          </a:r>
          <a:r>
            <a:rPr lang="en-US" sz="3100" kern="1200" dirty="0"/>
            <a:t> </a:t>
          </a:r>
          <a:r>
            <a:rPr lang="en-US" sz="3100" kern="1200" dirty="0" err="1"/>
            <a:t>akan</a:t>
          </a:r>
          <a:r>
            <a:rPr lang="en-US" sz="3100" kern="1200" dirty="0"/>
            <a:t> </a:t>
          </a:r>
          <a:r>
            <a:rPr lang="en-US" sz="3100" kern="1200" dirty="0" err="1"/>
            <a:t>menyelesaikan</a:t>
          </a:r>
          <a:r>
            <a:rPr lang="en-US" sz="3100" kern="1200" dirty="0"/>
            <a:t> </a:t>
          </a:r>
          <a:r>
            <a:rPr lang="en-US" sz="3100" kern="1200" dirty="0" err="1"/>
            <a:t>setengah</a:t>
          </a:r>
          <a:r>
            <a:rPr lang="en-US" sz="3100" kern="1200" dirty="0"/>
            <a:t> </a:t>
          </a:r>
          <a:r>
            <a:rPr lang="en-US" sz="3100" kern="1200" dirty="0" err="1"/>
            <a:t>Tugas</a:t>
          </a:r>
          <a:r>
            <a:rPr lang="en-US" sz="3100" kern="1200" dirty="0"/>
            <a:t> </a:t>
          </a:r>
          <a:r>
            <a:rPr lang="en-US" sz="3100" kern="1200" dirty="0" err="1"/>
            <a:t>Akhir</a:t>
          </a:r>
          <a:r>
            <a:rPr lang="en-US" sz="3100" kern="1200" dirty="0"/>
            <a:t> </a:t>
          </a:r>
          <a:r>
            <a:rPr lang="en-US" sz="3100" kern="1200" dirty="0" err="1"/>
            <a:t>anda</a:t>
          </a:r>
          <a:endParaRPr lang="en-US" sz="3100" kern="1200" dirty="0"/>
        </a:p>
      </dsp:txBody>
      <dsp:txXfrm>
        <a:off x="5443712" y="2600517"/>
        <a:ext cx="4320000" cy="135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FF7E0-A8EC-4B14-81C2-BD2127FDFF78}">
      <dsp:nvSpPr>
        <dsp:cNvPr id="0" name=""/>
        <dsp:cNvSpPr/>
      </dsp:nvSpPr>
      <dsp:spPr>
        <a:xfrm>
          <a:off x="927" y="0"/>
          <a:ext cx="3617482" cy="338479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33" tIns="330200" rIns="282033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kern="1200" dirty="0"/>
            <a:t>Mahasiswa dianggap hadir jika hadir </a:t>
          </a:r>
          <a:r>
            <a:rPr lang="id-ID" sz="2400" b="1" kern="1200" dirty="0"/>
            <a:t>tepat waktu</a:t>
          </a:r>
          <a:endParaRPr lang="en-US" sz="2400" b="1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(</a:t>
          </a:r>
          <a:r>
            <a:rPr lang="en-US" sz="2400" kern="1200" dirty="0" err="1"/>
            <a:t>toleransi</a:t>
          </a:r>
          <a:r>
            <a:rPr lang="en-US" sz="2400" kern="1200" dirty="0"/>
            <a:t> 15 </a:t>
          </a:r>
          <a:r>
            <a:rPr lang="en-US" sz="2400" kern="1200" dirty="0" err="1"/>
            <a:t>menit</a:t>
          </a:r>
          <a:r>
            <a:rPr lang="en-US" sz="2400" kern="1200" dirty="0"/>
            <a:t>)</a:t>
          </a:r>
          <a:r>
            <a:rPr lang="id-ID" sz="2000" kern="1200" dirty="0"/>
            <a:t> </a:t>
          </a:r>
          <a:endParaRPr lang="en-US" sz="2000" kern="1200" dirty="0"/>
        </a:p>
      </dsp:txBody>
      <dsp:txXfrm>
        <a:off x="927" y="1286223"/>
        <a:ext cx="3617482" cy="2030879"/>
      </dsp:txXfrm>
    </dsp:sp>
    <dsp:sp modelId="{4D981F25-0B40-481B-ABEF-F7B88DAD0AEA}">
      <dsp:nvSpPr>
        <dsp:cNvPr id="0" name=""/>
        <dsp:cNvSpPr/>
      </dsp:nvSpPr>
      <dsp:spPr>
        <a:xfrm>
          <a:off x="1301948" y="338479"/>
          <a:ext cx="1015439" cy="10154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9168" tIns="12700" rIns="79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450656" y="487187"/>
        <a:ext cx="718023" cy="718023"/>
      </dsp:txXfrm>
    </dsp:sp>
    <dsp:sp modelId="{FC06C859-696C-4FAC-9907-009537DA050E}">
      <dsp:nvSpPr>
        <dsp:cNvPr id="0" name=""/>
        <dsp:cNvSpPr/>
      </dsp:nvSpPr>
      <dsp:spPr>
        <a:xfrm>
          <a:off x="927" y="3384727"/>
          <a:ext cx="3617482" cy="72"/>
        </a:xfrm>
        <a:prstGeom prst="rect">
          <a:avLst/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52CD75-0AF5-4695-A107-59FB2059D797}">
      <dsp:nvSpPr>
        <dsp:cNvPr id="0" name=""/>
        <dsp:cNvSpPr/>
      </dsp:nvSpPr>
      <dsp:spPr>
        <a:xfrm>
          <a:off x="3980158" y="0"/>
          <a:ext cx="3617482" cy="3384799"/>
        </a:xfrm>
        <a:prstGeom prst="rect">
          <a:avLst/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33" tIns="330200" rIns="28203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600" kern="1200" dirty="0"/>
            <a:t>Plagiarisme dalam salah satu tugas </a:t>
          </a:r>
          <a:endParaRPr lang="en-US" sz="2600" kern="1200" dirty="0"/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= </a:t>
          </a:r>
          <a:r>
            <a:rPr lang="en-US" sz="2600" b="1" kern="1200" dirty="0"/>
            <a:t>NA 0</a:t>
          </a:r>
          <a:r>
            <a:rPr lang="en-US" sz="2600" kern="1200" dirty="0"/>
            <a:t> </a:t>
          </a:r>
          <a:r>
            <a:rPr lang="en-US" sz="2600" kern="1200" dirty="0" err="1"/>
            <a:t>untuk</a:t>
          </a:r>
          <a:r>
            <a:rPr lang="en-US" sz="2600" kern="1200" dirty="0"/>
            <a:t> </a:t>
          </a:r>
          <a:r>
            <a:rPr lang="en-US" sz="2600" b="1" kern="1200" dirty="0" err="1"/>
            <a:t>Metpen</a:t>
          </a:r>
          <a:endParaRPr lang="en-US" sz="2600" b="1" kern="1200" dirty="0"/>
        </a:p>
      </dsp:txBody>
      <dsp:txXfrm>
        <a:off x="3980158" y="1286223"/>
        <a:ext cx="3617482" cy="2030879"/>
      </dsp:txXfrm>
    </dsp:sp>
    <dsp:sp modelId="{7F5BD9BF-7797-4084-BEF3-B9D6979D8DAF}">
      <dsp:nvSpPr>
        <dsp:cNvPr id="0" name=""/>
        <dsp:cNvSpPr/>
      </dsp:nvSpPr>
      <dsp:spPr>
        <a:xfrm>
          <a:off x="5281179" y="338479"/>
          <a:ext cx="1015439" cy="1015439"/>
        </a:xfrm>
        <a:prstGeom prst="ellipse">
          <a:avLst/>
        </a:prstGeom>
        <a:solidFill>
          <a:schemeClr val="accent2">
            <a:hueOff val="-2073432"/>
            <a:satOff val="-10969"/>
            <a:lumOff val="-4183"/>
            <a:alphaOff val="0"/>
          </a:schemeClr>
        </a:solidFill>
        <a:ln w="19050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9168" tIns="12700" rIns="79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429887" y="487187"/>
        <a:ext cx="718023" cy="718023"/>
      </dsp:txXfrm>
    </dsp:sp>
    <dsp:sp modelId="{1C2C783D-C8B2-4BCC-AEDC-CC1130619470}">
      <dsp:nvSpPr>
        <dsp:cNvPr id="0" name=""/>
        <dsp:cNvSpPr/>
      </dsp:nvSpPr>
      <dsp:spPr>
        <a:xfrm>
          <a:off x="3980158" y="3384727"/>
          <a:ext cx="3617482" cy="72"/>
        </a:xfrm>
        <a:prstGeom prst="rec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2CD75-0AF5-4695-A107-59FB2059D797}">
      <dsp:nvSpPr>
        <dsp:cNvPr id="0" name=""/>
        <dsp:cNvSpPr/>
      </dsp:nvSpPr>
      <dsp:spPr>
        <a:xfrm>
          <a:off x="4494" y="0"/>
          <a:ext cx="9195970" cy="3445759"/>
        </a:xfrm>
        <a:prstGeom prst="rect">
          <a:avLst/>
        </a:prstGeom>
        <a:solidFill>
          <a:srgbClr val="FF0000"/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54" tIns="330200" rIns="716954" bIns="3302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4000" kern="1200" dirty="0">
              <a:solidFill>
                <a:schemeClr val="tx1"/>
              </a:solidFill>
            </a:rPr>
            <a:t>Plagiarisme </a:t>
          </a:r>
          <a:r>
            <a:rPr lang="en-US" sz="4000" kern="1200" dirty="0">
              <a:solidFill>
                <a:schemeClr val="tx1"/>
              </a:solidFill>
            </a:rPr>
            <a:t>pada </a:t>
          </a:r>
          <a:r>
            <a:rPr lang="en-US" sz="4000" kern="1200" dirty="0" err="1">
              <a:solidFill>
                <a:schemeClr val="tx1"/>
              </a:solidFill>
            </a:rPr>
            <a:t>tugas</a:t>
          </a:r>
          <a:r>
            <a:rPr lang="en-US" sz="4000" kern="1200" dirty="0">
              <a:solidFill>
                <a:schemeClr val="tx1"/>
              </a:solidFill>
            </a:rPr>
            <a:t> UTS dan UAS = </a:t>
          </a:r>
          <a:r>
            <a:rPr lang="en-US" sz="4000" b="1" kern="1200" dirty="0">
              <a:solidFill>
                <a:schemeClr val="tx1"/>
              </a:solidFill>
            </a:rPr>
            <a:t>NA 0 (</a:t>
          </a:r>
          <a:r>
            <a:rPr lang="en-US" sz="4000" b="1" kern="1200" dirty="0" err="1">
              <a:solidFill>
                <a:schemeClr val="tx1"/>
              </a:solidFill>
            </a:rPr>
            <a:t>nol</a:t>
          </a:r>
          <a:r>
            <a:rPr lang="en-US" sz="4000" b="1" kern="1200" dirty="0">
              <a:solidFill>
                <a:schemeClr val="tx1"/>
              </a:solidFill>
            </a:rPr>
            <a:t>)</a:t>
          </a:r>
          <a:r>
            <a:rPr lang="en-US" sz="4000" kern="1200" dirty="0">
              <a:solidFill>
                <a:schemeClr val="tx1"/>
              </a:solidFill>
            </a:rPr>
            <a:t> </a:t>
          </a:r>
          <a:r>
            <a:rPr lang="en-US" sz="4000" kern="1200" dirty="0" err="1">
              <a:solidFill>
                <a:schemeClr val="tx1"/>
              </a:solidFill>
            </a:rPr>
            <a:t>untuk</a:t>
          </a:r>
          <a:r>
            <a:rPr lang="en-US" sz="4000" kern="1200" dirty="0">
              <a:solidFill>
                <a:schemeClr val="tx1"/>
              </a:solidFill>
            </a:rPr>
            <a:t> </a:t>
          </a:r>
          <a:r>
            <a:rPr lang="en-US" sz="4000" b="1" kern="1200" dirty="0">
              <a:solidFill>
                <a:schemeClr val="tx1"/>
              </a:solidFill>
            </a:rPr>
            <a:t>SEMUA</a:t>
          </a:r>
          <a:r>
            <a:rPr lang="en-US" sz="4000" kern="1200" dirty="0">
              <a:solidFill>
                <a:schemeClr val="tx1"/>
              </a:solidFill>
            </a:rPr>
            <a:t> </a:t>
          </a:r>
          <a:r>
            <a:rPr lang="en-US" sz="4000" kern="1200" dirty="0" err="1">
              <a:solidFill>
                <a:schemeClr val="tx1"/>
              </a:solidFill>
            </a:rPr>
            <a:t>mata</a:t>
          </a:r>
          <a:r>
            <a:rPr lang="en-US" sz="4000" kern="1200" dirty="0">
              <a:solidFill>
                <a:schemeClr val="tx1"/>
              </a:solidFill>
            </a:rPr>
            <a:t> </a:t>
          </a:r>
          <a:r>
            <a:rPr lang="en-US" sz="4000" kern="1200" dirty="0" err="1">
              <a:solidFill>
                <a:schemeClr val="tx1"/>
              </a:solidFill>
            </a:rPr>
            <a:t>kuliah</a:t>
          </a:r>
          <a:r>
            <a:rPr lang="en-US" sz="4000" kern="1200" dirty="0">
              <a:solidFill>
                <a:schemeClr val="tx1"/>
              </a:solidFill>
            </a:rPr>
            <a:t> yang </a:t>
          </a:r>
          <a:r>
            <a:rPr lang="en-US" sz="4000" kern="1200" dirty="0" err="1">
              <a:solidFill>
                <a:schemeClr val="tx1"/>
              </a:solidFill>
            </a:rPr>
            <a:t>telah</a:t>
          </a:r>
          <a:r>
            <a:rPr lang="en-US" sz="4000" kern="1200" dirty="0">
              <a:solidFill>
                <a:schemeClr val="tx1"/>
              </a:solidFill>
            </a:rPr>
            <a:t> </a:t>
          </a:r>
          <a:r>
            <a:rPr lang="en-US" sz="4000" kern="1200" dirty="0" err="1">
              <a:solidFill>
                <a:schemeClr val="tx1"/>
              </a:solidFill>
            </a:rPr>
            <a:t>diujikan</a:t>
          </a:r>
          <a:r>
            <a:rPr lang="en-US" sz="4000" kern="1200" dirty="0">
              <a:solidFill>
                <a:schemeClr val="tx1"/>
              </a:solidFill>
            </a:rPr>
            <a:t>.</a:t>
          </a:r>
        </a:p>
      </dsp:txBody>
      <dsp:txXfrm>
        <a:off x="4494" y="1309388"/>
        <a:ext cx="9195970" cy="2067455"/>
      </dsp:txXfrm>
    </dsp:sp>
    <dsp:sp modelId="{7F5BD9BF-7797-4084-BEF3-B9D6979D8DAF}">
      <dsp:nvSpPr>
        <dsp:cNvPr id="0" name=""/>
        <dsp:cNvSpPr/>
      </dsp:nvSpPr>
      <dsp:spPr>
        <a:xfrm>
          <a:off x="4085616" y="344575"/>
          <a:ext cx="1033727" cy="10337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267" tIns="12700" rIns="7326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  <a:endParaRPr lang="en-US" sz="4800" kern="1200" dirty="0"/>
        </a:p>
      </dsp:txBody>
      <dsp:txXfrm>
        <a:off x="4237002" y="495961"/>
        <a:ext cx="730955" cy="730955"/>
      </dsp:txXfrm>
    </dsp:sp>
    <dsp:sp modelId="{1C2C783D-C8B2-4BCC-AEDC-CC1130619470}">
      <dsp:nvSpPr>
        <dsp:cNvPr id="0" name=""/>
        <dsp:cNvSpPr/>
      </dsp:nvSpPr>
      <dsp:spPr>
        <a:xfrm>
          <a:off x="4494" y="3445687"/>
          <a:ext cx="9195970" cy="72"/>
        </a:xfrm>
        <a:prstGeom prst="rec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82E80-2D6D-4C7C-971A-31C9440FEA50}">
      <dsp:nvSpPr>
        <dsp:cNvPr id="0" name=""/>
        <dsp:cNvSpPr/>
      </dsp:nvSpPr>
      <dsp:spPr>
        <a:xfrm>
          <a:off x="0" y="2723"/>
          <a:ext cx="6545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6CCE5-E15B-476E-805A-0B20C390DDDC}">
      <dsp:nvSpPr>
        <dsp:cNvPr id="0" name=""/>
        <dsp:cNvSpPr/>
      </dsp:nvSpPr>
      <dsp:spPr>
        <a:xfrm>
          <a:off x="0" y="2723"/>
          <a:ext cx="6545199" cy="185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Ketika</a:t>
          </a:r>
          <a:r>
            <a:rPr lang="en-US" sz="2800" kern="1200" dirty="0"/>
            <a:t> </a:t>
          </a:r>
          <a:r>
            <a:rPr lang="en-US" sz="2800" kern="1200" dirty="0" err="1"/>
            <a:t>kita</a:t>
          </a:r>
          <a:r>
            <a:rPr lang="en-US" sz="2800" kern="1200" dirty="0"/>
            <a:t> </a:t>
          </a:r>
          <a:r>
            <a:rPr lang="en-US" sz="2800" kern="1200" dirty="0" err="1"/>
            <a:t>menerima</a:t>
          </a:r>
          <a:r>
            <a:rPr lang="en-US" sz="2800" kern="1200" dirty="0"/>
            <a:t> </a:t>
          </a:r>
          <a:r>
            <a:rPr lang="en-US" sz="2800" kern="1200" dirty="0" err="1"/>
            <a:t>sesuatu</a:t>
          </a:r>
          <a:r>
            <a:rPr lang="en-US" sz="2800" kern="1200" dirty="0"/>
            <a:t> </a:t>
          </a:r>
          <a:r>
            <a:rPr lang="en-US" sz="2800" kern="1200" dirty="0" err="1"/>
            <a:t>sebagai</a:t>
          </a:r>
          <a:r>
            <a:rPr lang="en-US" sz="2800" kern="1200" dirty="0"/>
            <a:t> </a:t>
          </a:r>
          <a:r>
            <a:rPr lang="en-US" sz="2800" kern="1200" dirty="0" err="1"/>
            <a:t>benar</a:t>
          </a:r>
          <a:r>
            <a:rPr lang="en-US" sz="2800" kern="1200" dirty="0"/>
            <a:t> </a:t>
          </a:r>
          <a:r>
            <a:rPr lang="en-US" sz="2800" kern="1200" dirty="0" err="1"/>
            <a:t>hanya</a:t>
          </a:r>
          <a:r>
            <a:rPr lang="en-US" sz="2800" kern="1200" dirty="0"/>
            <a:t> </a:t>
          </a:r>
          <a:r>
            <a:rPr lang="en-US" sz="2800" kern="1200" dirty="0" err="1"/>
            <a:t>karena</a:t>
          </a:r>
          <a:r>
            <a:rPr lang="en-US" sz="2800" kern="1200" dirty="0"/>
            <a:t> </a:t>
          </a:r>
          <a:r>
            <a:rPr lang="en-US" sz="2800" kern="1200" dirty="0" err="1"/>
            <a:t>seseorang</a:t>
          </a:r>
          <a:r>
            <a:rPr lang="en-US" sz="2800" kern="1200" dirty="0"/>
            <a:t> yang </a:t>
          </a:r>
          <a:r>
            <a:rPr lang="en-US" sz="2800" kern="1200" dirty="0" err="1"/>
            <a:t>memiliki</a:t>
          </a:r>
          <a:r>
            <a:rPr lang="en-US" sz="2800" kern="1200" dirty="0"/>
            <a:t> </a:t>
          </a:r>
          <a:r>
            <a:rPr lang="en-US" sz="2800" kern="1200" dirty="0" err="1"/>
            <a:t>otoritas</a:t>
          </a:r>
          <a:r>
            <a:rPr lang="en-US" sz="2800" kern="1200" dirty="0"/>
            <a:t> </a:t>
          </a:r>
          <a:r>
            <a:rPr lang="en-US" sz="2800" kern="1200" dirty="0" err="1"/>
            <a:t>mengatakan</a:t>
          </a:r>
          <a:r>
            <a:rPr lang="en-US" sz="2800" kern="1200" dirty="0"/>
            <a:t> </a:t>
          </a:r>
          <a:r>
            <a:rPr lang="en-US" sz="2800" kern="1200" dirty="0" err="1"/>
            <a:t>bahwa</a:t>
          </a:r>
          <a:r>
            <a:rPr lang="en-US" sz="2800" kern="1200" dirty="0"/>
            <a:t> </a:t>
          </a:r>
          <a:r>
            <a:rPr lang="en-US" sz="2800" kern="1200" dirty="0" err="1"/>
            <a:t>hal</a:t>
          </a:r>
          <a:r>
            <a:rPr lang="en-US" sz="2800" kern="1200" dirty="0"/>
            <a:t> </a:t>
          </a:r>
          <a:r>
            <a:rPr lang="en-US" sz="2800" kern="1200" dirty="0" err="1"/>
            <a:t>tersebut</a:t>
          </a:r>
          <a:r>
            <a:rPr lang="en-US" sz="2800" kern="1200" dirty="0"/>
            <a:t> </a:t>
          </a:r>
          <a:r>
            <a:rPr lang="en-US" sz="2800" kern="1200" dirty="0" err="1"/>
            <a:t>benar</a:t>
          </a:r>
          <a:r>
            <a:rPr lang="en-US" sz="2800" kern="1200" dirty="0"/>
            <a:t>.</a:t>
          </a:r>
        </a:p>
      </dsp:txBody>
      <dsp:txXfrm>
        <a:off x="0" y="2723"/>
        <a:ext cx="6545199" cy="1857721"/>
      </dsp:txXfrm>
    </dsp:sp>
    <dsp:sp modelId="{8048DD32-7F13-4C73-ABBE-3D0265E67380}">
      <dsp:nvSpPr>
        <dsp:cNvPr id="0" name=""/>
        <dsp:cNvSpPr/>
      </dsp:nvSpPr>
      <dsp:spPr>
        <a:xfrm>
          <a:off x="0" y="1860445"/>
          <a:ext cx="6545199" cy="0"/>
        </a:xfrm>
        <a:prstGeom prst="line">
          <a:avLst/>
        </a:prstGeom>
        <a:solidFill>
          <a:schemeClr val="accent2">
            <a:hueOff val="-1555074"/>
            <a:satOff val="-8227"/>
            <a:lumOff val="-3137"/>
            <a:alphaOff val="0"/>
          </a:schemeClr>
        </a:solidFill>
        <a:ln w="19050" cap="rnd" cmpd="sng" algn="ctr">
          <a:solidFill>
            <a:schemeClr val="accent2">
              <a:hueOff val="-1555074"/>
              <a:satOff val="-8227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CDE71-3FEA-469E-AF99-13B17EEC7958}">
      <dsp:nvSpPr>
        <dsp:cNvPr id="0" name=""/>
        <dsp:cNvSpPr/>
      </dsp:nvSpPr>
      <dsp:spPr>
        <a:xfrm>
          <a:off x="0" y="1860445"/>
          <a:ext cx="6545199" cy="185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Sumber</a:t>
          </a:r>
          <a:r>
            <a:rPr lang="en-US" sz="2800" kern="1200" dirty="0"/>
            <a:t> yang </a:t>
          </a:r>
          <a:r>
            <a:rPr lang="en-US" sz="2800" kern="1200" dirty="0" err="1"/>
            <a:t>memiliki</a:t>
          </a:r>
          <a:r>
            <a:rPr lang="en-US" sz="2800" kern="1200" dirty="0"/>
            <a:t> </a:t>
          </a:r>
          <a:r>
            <a:rPr lang="en-US" sz="2800" kern="1200" dirty="0" err="1"/>
            <a:t>otoritas</a:t>
          </a:r>
          <a:r>
            <a:rPr lang="en-US" sz="2800" kern="1200" dirty="0"/>
            <a:t> </a:t>
          </a:r>
          <a:r>
            <a:rPr lang="en-US" sz="2800" kern="1200" dirty="0" err="1"/>
            <a:t>meliputi</a:t>
          </a:r>
          <a:r>
            <a:rPr lang="en-US" sz="2800" kern="1200" dirty="0"/>
            <a:t> orang </a:t>
          </a:r>
          <a:r>
            <a:rPr lang="en-US" sz="2800" kern="1200" dirty="0" err="1"/>
            <a:t>tua</a:t>
          </a:r>
          <a:r>
            <a:rPr lang="en-US" sz="2800" kern="1200" dirty="0"/>
            <a:t>, guru, </a:t>
          </a:r>
          <a:r>
            <a:rPr lang="en-US" sz="2800" kern="1200" dirty="0" err="1"/>
            <a:t>ahli</a:t>
          </a:r>
          <a:r>
            <a:rPr lang="en-US" sz="2800" kern="1200" dirty="0"/>
            <a:t>, </a:t>
          </a:r>
          <a:r>
            <a:rPr lang="en-US" sz="2800" kern="1200" dirty="0" err="1"/>
            <a:t>pemerintah</a:t>
          </a:r>
          <a:r>
            <a:rPr lang="en-US" sz="2800" kern="1200" dirty="0"/>
            <a:t>, </a:t>
          </a:r>
          <a:r>
            <a:rPr lang="id-ID" sz="2800" kern="1200" dirty="0"/>
            <a:t>pemimpin agama, dll</a:t>
          </a:r>
          <a:endParaRPr lang="en-US" sz="2800" kern="1200" dirty="0"/>
        </a:p>
      </dsp:txBody>
      <dsp:txXfrm>
        <a:off x="0" y="1860445"/>
        <a:ext cx="6545199" cy="1857721"/>
      </dsp:txXfrm>
    </dsp:sp>
    <dsp:sp modelId="{0D44BB11-2C3F-4A34-A81F-9DC826CB7395}">
      <dsp:nvSpPr>
        <dsp:cNvPr id="0" name=""/>
        <dsp:cNvSpPr/>
      </dsp:nvSpPr>
      <dsp:spPr>
        <a:xfrm>
          <a:off x="0" y="3718167"/>
          <a:ext cx="6545199" cy="0"/>
        </a:xfrm>
        <a:prstGeom prst="line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547BE-5145-414D-BEA3-CB7265B83151}">
      <dsp:nvSpPr>
        <dsp:cNvPr id="0" name=""/>
        <dsp:cNvSpPr/>
      </dsp:nvSpPr>
      <dsp:spPr>
        <a:xfrm>
          <a:off x="0" y="3718167"/>
          <a:ext cx="1309039" cy="185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Contoh:</a:t>
          </a:r>
        </a:p>
      </dsp:txBody>
      <dsp:txXfrm>
        <a:off x="0" y="3718167"/>
        <a:ext cx="1309039" cy="1857721"/>
      </dsp:txXfrm>
    </dsp:sp>
    <dsp:sp modelId="{D1F2F34B-D1E9-4D7A-9B7F-4ABE9FE9DF4F}">
      <dsp:nvSpPr>
        <dsp:cNvPr id="0" name=""/>
        <dsp:cNvSpPr/>
      </dsp:nvSpPr>
      <dsp:spPr>
        <a:xfrm>
          <a:off x="1407217" y="3747194"/>
          <a:ext cx="5137981" cy="580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Para </a:t>
          </a:r>
          <a:r>
            <a:rPr lang="en-US" sz="1800" kern="1200" dirty="0" err="1"/>
            <a:t>ahli</a:t>
          </a:r>
          <a:r>
            <a:rPr lang="en-US" sz="1800" kern="1200" dirty="0"/>
            <a:t> </a:t>
          </a:r>
          <a:r>
            <a:rPr lang="en-US" sz="1800" kern="1200" dirty="0" err="1"/>
            <a:t>pernah</a:t>
          </a:r>
          <a:r>
            <a:rPr lang="en-US" sz="1800" kern="1200" dirty="0"/>
            <a:t> </a:t>
          </a:r>
          <a:r>
            <a:rPr lang="en-US" sz="1800" kern="1200" dirty="0" err="1"/>
            <a:t>mengakui</a:t>
          </a:r>
          <a:r>
            <a:rPr lang="en-US" sz="1800" kern="1200" dirty="0"/>
            <a:t> </a:t>
          </a:r>
          <a:r>
            <a:rPr lang="en-US" sz="1800" kern="1200" dirty="0" err="1"/>
            <a:t>metode</a:t>
          </a:r>
          <a:r>
            <a:rPr lang="en-US" sz="1800" kern="1200" dirty="0"/>
            <a:t> </a:t>
          </a:r>
          <a:r>
            <a:rPr lang="en-US" sz="1800" i="1" kern="1200" dirty="0"/>
            <a:t>blood-letting </a:t>
          </a:r>
          <a:r>
            <a:rPr lang="en-US" sz="1800" kern="1200" dirty="0" err="1"/>
            <a:t>sebagai</a:t>
          </a:r>
          <a:r>
            <a:rPr lang="en-US" sz="1800" kern="1200" dirty="0"/>
            <a:t> </a:t>
          </a:r>
          <a:r>
            <a:rPr lang="en-US" sz="1800" kern="1200" dirty="0" err="1"/>
            <a:t>metode</a:t>
          </a:r>
          <a:r>
            <a:rPr lang="en-US" sz="1800" kern="1200" dirty="0"/>
            <a:t> </a:t>
          </a:r>
          <a:r>
            <a:rPr lang="en-US" sz="1800" kern="1200" dirty="0" err="1"/>
            <a:t>penyembuhan</a:t>
          </a:r>
          <a:endParaRPr lang="en-US" sz="1800" kern="1200" dirty="0"/>
        </a:p>
      </dsp:txBody>
      <dsp:txXfrm>
        <a:off x="1407217" y="3747194"/>
        <a:ext cx="5137981" cy="580538"/>
      </dsp:txXfrm>
    </dsp:sp>
    <dsp:sp modelId="{8003C209-5134-48C8-9B34-7055F3A79BDA}">
      <dsp:nvSpPr>
        <dsp:cNvPr id="0" name=""/>
        <dsp:cNvSpPr/>
      </dsp:nvSpPr>
      <dsp:spPr>
        <a:xfrm>
          <a:off x="1309039" y="4327732"/>
          <a:ext cx="52361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D52EAD-2050-4BC4-BD53-A0E38C7AFE2D}">
      <dsp:nvSpPr>
        <dsp:cNvPr id="0" name=""/>
        <dsp:cNvSpPr/>
      </dsp:nvSpPr>
      <dsp:spPr>
        <a:xfrm>
          <a:off x="1407217" y="4356759"/>
          <a:ext cx="5137981" cy="580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800" kern="1200" dirty="0"/>
            <a:t>Gereja pernah menganggap bahwa bumi adalah datar  </a:t>
          </a:r>
          <a:endParaRPr lang="en-US" sz="1800" kern="1200" dirty="0"/>
        </a:p>
      </dsp:txBody>
      <dsp:txXfrm>
        <a:off x="1407217" y="4356759"/>
        <a:ext cx="5137981" cy="580538"/>
      </dsp:txXfrm>
    </dsp:sp>
    <dsp:sp modelId="{2D81C677-1D08-4291-AE61-71E3D7B97B4F}">
      <dsp:nvSpPr>
        <dsp:cNvPr id="0" name=""/>
        <dsp:cNvSpPr/>
      </dsp:nvSpPr>
      <dsp:spPr>
        <a:xfrm>
          <a:off x="1309039" y="4937297"/>
          <a:ext cx="52361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576A2F-FA61-4FE7-AC35-C89BE898978F}">
      <dsp:nvSpPr>
        <dsp:cNvPr id="0" name=""/>
        <dsp:cNvSpPr/>
      </dsp:nvSpPr>
      <dsp:spPr>
        <a:xfrm>
          <a:off x="1407217" y="4966324"/>
          <a:ext cx="5137981" cy="580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800" kern="1200" dirty="0"/>
            <a:t>Banyak murid mempercayai apa yang dikatakan oleh gurunya di sekolah</a:t>
          </a:r>
          <a:endParaRPr lang="en-US" sz="1800" kern="1200" dirty="0"/>
        </a:p>
      </dsp:txBody>
      <dsp:txXfrm>
        <a:off x="1407217" y="4966324"/>
        <a:ext cx="5137981" cy="580538"/>
      </dsp:txXfrm>
    </dsp:sp>
    <dsp:sp modelId="{3CB979C5-AC3C-4FB1-82C6-8B0667D8973B}">
      <dsp:nvSpPr>
        <dsp:cNvPr id="0" name=""/>
        <dsp:cNvSpPr/>
      </dsp:nvSpPr>
      <dsp:spPr>
        <a:xfrm>
          <a:off x="1309039" y="5546862"/>
          <a:ext cx="52361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12A1E4-7784-405F-B856-6157B403C482}">
      <dsp:nvSpPr>
        <dsp:cNvPr id="0" name=""/>
        <dsp:cNvSpPr/>
      </dsp:nvSpPr>
      <dsp:spPr>
        <a:xfrm rot="5400000">
          <a:off x="1463527" y="1965894"/>
          <a:ext cx="3071709" cy="37071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881C399-5A63-48D5-91B8-A886C8F7C9C0}">
      <dsp:nvSpPr>
        <dsp:cNvPr id="0" name=""/>
        <dsp:cNvSpPr/>
      </dsp:nvSpPr>
      <dsp:spPr>
        <a:xfrm>
          <a:off x="2166810" y="596"/>
          <a:ext cx="4119003" cy="2471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Penilaian</a:t>
          </a:r>
          <a:r>
            <a:rPr lang="en-US" sz="2800" kern="1200" dirty="0"/>
            <a:t> </a:t>
          </a:r>
          <a:r>
            <a:rPr lang="en-US" sz="2800" kern="1200" dirty="0" err="1"/>
            <a:t>kebenaran</a:t>
          </a:r>
          <a:r>
            <a:rPr lang="en-US" sz="2800" kern="1200" dirty="0"/>
            <a:t> </a:t>
          </a:r>
          <a:r>
            <a:rPr lang="en-US" sz="2800" kern="1200" dirty="0" err="1"/>
            <a:t>dilakukan</a:t>
          </a:r>
          <a:r>
            <a:rPr lang="en-US" sz="2800" kern="1200" dirty="0"/>
            <a:t> </a:t>
          </a:r>
          <a:r>
            <a:rPr lang="en-US" sz="2800" kern="1200" dirty="0" err="1"/>
            <a:t>berdasarkan</a:t>
          </a:r>
          <a:r>
            <a:rPr lang="en-US" sz="2800" kern="1200" dirty="0"/>
            <a:t> </a:t>
          </a:r>
          <a:r>
            <a:rPr lang="en-US" sz="2800" kern="1200" dirty="0" err="1"/>
            <a:t>pengalaman</a:t>
          </a:r>
          <a:r>
            <a:rPr lang="en-US" sz="2800" kern="1200" dirty="0"/>
            <a:t> </a:t>
          </a:r>
          <a:r>
            <a:rPr lang="en-US" sz="2800" kern="1200" dirty="0" err="1"/>
            <a:t>pribadi</a:t>
          </a:r>
          <a:r>
            <a:rPr lang="en-US" sz="2800" kern="1200" dirty="0"/>
            <a:t>.</a:t>
          </a:r>
        </a:p>
      </dsp:txBody>
      <dsp:txXfrm>
        <a:off x="2239195" y="72981"/>
        <a:ext cx="3974233" cy="2326631"/>
      </dsp:txXfrm>
    </dsp:sp>
    <dsp:sp modelId="{323D79D2-AA96-434B-9EEE-68A54081098C}">
      <dsp:nvSpPr>
        <dsp:cNvPr id="0" name=""/>
        <dsp:cNvSpPr/>
      </dsp:nvSpPr>
      <dsp:spPr>
        <a:xfrm>
          <a:off x="1433730" y="3089848"/>
          <a:ext cx="5585162" cy="2471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Contoh</a:t>
          </a:r>
          <a:r>
            <a:rPr lang="en-US" sz="2000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2000" kern="1200" dirty="0"/>
            <a:t>Seorang turis yang pernah mengalami peristiwa pencopetan di Indonesia menganggap bahwa Indonesia adalah negara yang tidak aman.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2000" kern="1200" dirty="0"/>
            <a:t>Seseorang yang sakit setelah makan di sebuah restoran menganggap bahwa makanan di restoran tersebut tidak bersih.</a:t>
          </a:r>
          <a:endParaRPr lang="en-US" sz="2000" kern="1200" dirty="0"/>
        </a:p>
      </dsp:txBody>
      <dsp:txXfrm>
        <a:off x="1506115" y="3162233"/>
        <a:ext cx="5440392" cy="23266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426F9-9F1A-4D30-90AA-8EB0F0CCB0D1}">
      <dsp:nvSpPr>
        <dsp:cNvPr id="0" name=""/>
        <dsp:cNvSpPr/>
      </dsp:nvSpPr>
      <dsp:spPr>
        <a:xfrm>
          <a:off x="3223" y="300317"/>
          <a:ext cx="4640271" cy="27841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800" kern="1200" dirty="0"/>
            <a:t>Setiap peneliti perlu mempertimbangkan hasil penelitian yang sudah ada - Membaca</a:t>
          </a:r>
          <a:endParaRPr lang="en-US" sz="3800" kern="1200" dirty="0"/>
        </a:p>
      </dsp:txBody>
      <dsp:txXfrm>
        <a:off x="3223" y="300317"/>
        <a:ext cx="4640271" cy="2784163"/>
      </dsp:txXfrm>
    </dsp:sp>
    <dsp:sp modelId="{47A2723D-C10B-4EDC-B97F-024B5441435B}">
      <dsp:nvSpPr>
        <dsp:cNvPr id="0" name=""/>
        <dsp:cNvSpPr/>
      </dsp:nvSpPr>
      <dsp:spPr>
        <a:xfrm>
          <a:off x="4717692" y="1570899"/>
          <a:ext cx="696040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2">
            <a:hueOff val="-1555074"/>
            <a:satOff val="-8227"/>
            <a:lumOff val="-3137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ABDCB5-2189-435B-B20C-63CB872D16EC}">
      <dsp:nvSpPr>
        <dsp:cNvPr id="0" name=""/>
        <dsp:cNvSpPr/>
      </dsp:nvSpPr>
      <dsp:spPr>
        <a:xfrm>
          <a:off x="5487930" y="300317"/>
          <a:ext cx="4640271" cy="2784163"/>
        </a:xfrm>
        <a:prstGeom prst="rec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800" kern="1200" dirty="0"/>
            <a:t>Setiap peneliti perlu mempublikasikan karyanya  - Menulis</a:t>
          </a:r>
          <a:endParaRPr lang="en-US" sz="3800" kern="1200" dirty="0"/>
        </a:p>
      </dsp:txBody>
      <dsp:txXfrm>
        <a:off x="5487930" y="300317"/>
        <a:ext cx="4640271" cy="27841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56671-7D5B-48D8-BD0C-2EFFCA3684C9}">
      <dsp:nvSpPr>
        <dsp:cNvPr id="0" name=""/>
        <dsp:cNvSpPr/>
      </dsp:nvSpPr>
      <dsp:spPr>
        <a:xfrm>
          <a:off x="847" y="193237"/>
          <a:ext cx="3430368" cy="509718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127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8844" tIns="0" rIns="3388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Anda </a:t>
          </a:r>
          <a:r>
            <a:rPr lang="en-US" sz="2400" kern="1200" dirty="0" err="1"/>
            <a:t>tentu</a:t>
          </a:r>
          <a:r>
            <a:rPr lang="en-US" sz="2400" kern="1200" dirty="0"/>
            <a:t> punya </a:t>
          </a:r>
          <a:r>
            <a:rPr lang="en-US" sz="2400" kern="1200" dirty="0" err="1"/>
            <a:t>minat</a:t>
          </a:r>
          <a:r>
            <a:rPr lang="en-US" sz="2400" kern="1200" dirty="0"/>
            <a:t> :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G</a:t>
          </a:r>
          <a:r>
            <a:rPr lang="id-ID" sz="2400" kern="1200" dirty="0"/>
            <a:t>ame</a:t>
          </a:r>
          <a:endParaRPr lang="en-US" sz="24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</a:t>
          </a:r>
          <a:r>
            <a:rPr lang="en-US" sz="2400" kern="1200" dirty="0" err="1"/>
            <a:t>Sistem</a:t>
          </a:r>
          <a:r>
            <a:rPr lang="en-US" sz="2400" kern="1200" dirty="0"/>
            <a:t> </a:t>
          </a:r>
          <a:r>
            <a:rPr lang="en-US" sz="2400" kern="1200" dirty="0" err="1"/>
            <a:t>akuntansi</a:t>
          </a:r>
          <a:endParaRPr lang="en-US" sz="24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AI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</a:t>
          </a:r>
          <a:r>
            <a:rPr lang="en-US" sz="2400" kern="1200" dirty="0" err="1"/>
            <a:t>Edukasi</a:t>
          </a:r>
          <a:r>
            <a:rPr lang="en-US" sz="2400" kern="1200" dirty="0"/>
            <a:t>, </a:t>
          </a:r>
          <a:r>
            <a:rPr lang="en-US" sz="2400" kern="1200" dirty="0" err="1"/>
            <a:t>dsb</a:t>
          </a:r>
          <a:endParaRPr lang="en-US" sz="2400" kern="1200" dirty="0"/>
        </a:p>
      </dsp:txBody>
      <dsp:txXfrm>
        <a:off x="847" y="2232111"/>
        <a:ext cx="3430368" cy="3058310"/>
      </dsp:txXfrm>
    </dsp:sp>
    <dsp:sp modelId="{15ABFE99-E99E-4F16-869F-58E6A27AE1E8}">
      <dsp:nvSpPr>
        <dsp:cNvPr id="0" name=""/>
        <dsp:cNvSpPr/>
      </dsp:nvSpPr>
      <dsp:spPr>
        <a:xfrm>
          <a:off x="847" y="683608"/>
          <a:ext cx="3430368" cy="1646576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8844" tIns="165100" rIns="338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47" y="683608"/>
        <a:ext cx="3430368" cy="1646576"/>
      </dsp:txXfrm>
    </dsp:sp>
    <dsp:sp modelId="{A9E03A21-F767-4D1D-8589-264D0C9FCECD}">
      <dsp:nvSpPr>
        <dsp:cNvPr id="0" name=""/>
        <dsp:cNvSpPr/>
      </dsp:nvSpPr>
      <dsp:spPr>
        <a:xfrm>
          <a:off x="3705644" y="193237"/>
          <a:ext cx="3430368" cy="5097184"/>
        </a:xfrm>
        <a:prstGeom prst="rect">
          <a:avLst/>
        </a:prstGeom>
        <a:gradFill rotWithShape="0">
          <a:gsLst>
            <a:gs pos="0">
              <a:schemeClr val="accent5">
                <a:hueOff val="-1002469"/>
                <a:satOff val="551"/>
                <a:lumOff val="2647"/>
                <a:alphaOff val="0"/>
                <a:tint val="98000"/>
                <a:lumMod val="100000"/>
              </a:schemeClr>
            </a:gs>
            <a:gs pos="100000">
              <a:schemeClr val="accent5">
                <a:hueOff val="-1002469"/>
                <a:satOff val="551"/>
                <a:lumOff val="2647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-1002469"/>
              <a:satOff val="551"/>
              <a:lumOff val="2647"/>
              <a:alphaOff val="0"/>
            </a:schemeClr>
          </a:solidFill>
          <a:prstDash val="solid"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127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8844" tIns="0" rIns="3388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kern="1200" dirty="0"/>
            <a:t>Carilah 1 jurnal yang berhubungan dengan minat anda tersebut.</a:t>
          </a:r>
          <a:endParaRPr lang="en-US" sz="2400" kern="1200" dirty="0"/>
        </a:p>
      </dsp:txBody>
      <dsp:txXfrm>
        <a:off x="3705644" y="2232111"/>
        <a:ext cx="3430368" cy="3058310"/>
      </dsp:txXfrm>
    </dsp:sp>
    <dsp:sp modelId="{5D2DDA61-A61A-460B-9F0F-106B5C2D23AB}">
      <dsp:nvSpPr>
        <dsp:cNvPr id="0" name=""/>
        <dsp:cNvSpPr/>
      </dsp:nvSpPr>
      <dsp:spPr>
        <a:xfrm>
          <a:off x="3705644" y="683608"/>
          <a:ext cx="3430368" cy="1646576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8844" tIns="165100" rIns="338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05644" y="683608"/>
        <a:ext cx="3430368" cy="1646576"/>
      </dsp:txXfrm>
    </dsp:sp>
    <dsp:sp modelId="{11D0D68D-A981-4AA7-AB86-11FE3549C4A6}">
      <dsp:nvSpPr>
        <dsp:cNvPr id="0" name=""/>
        <dsp:cNvSpPr/>
      </dsp:nvSpPr>
      <dsp:spPr>
        <a:xfrm>
          <a:off x="7410442" y="193237"/>
          <a:ext cx="3430368" cy="5097184"/>
        </a:xfrm>
        <a:prstGeom prst="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-2004937"/>
              <a:satOff val="1102"/>
              <a:lumOff val="5294"/>
              <a:alphaOff val="0"/>
            </a:schemeClr>
          </a:solidFill>
          <a:prstDash val="solid"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127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8844" tIns="0" rIns="3388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kern="1200" dirty="0"/>
            <a:t>Halaman pertama jurnal dikumpulkan pada minggu depan. Tuliskan NRP dan minat anda di bagian atas halaman jurnal yang anda kumpulkan.</a:t>
          </a:r>
          <a:endParaRPr lang="en-US" sz="2400" kern="1200" dirty="0"/>
        </a:p>
      </dsp:txBody>
      <dsp:txXfrm>
        <a:off x="7410442" y="2232111"/>
        <a:ext cx="3430368" cy="3058310"/>
      </dsp:txXfrm>
    </dsp:sp>
    <dsp:sp modelId="{E696118E-4BEE-460C-B017-2A0F7F418677}">
      <dsp:nvSpPr>
        <dsp:cNvPr id="0" name=""/>
        <dsp:cNvSpPr/>
      </dsp:nvSpPr>
      <dsp:spPr>
        <a:xfrm>
          <a:off x="7410442" y="683608"/>
          <a:ext cx="3430368" cy="1646576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8844" tIns="165100" rIns="338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10442" y="683608"/>
        <a:ext cx="3430368" cy="16465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44E49-EDC4-4F16-B52F-A65D520CAD66}">
      <dsp:nvSpPr>
        <dsp:cNvPr id="0" name=""/>
        <dsp:cNvSpPr/>
      </dsp:nvSpPr>
      <dsp:spPr>
        <a:xfrm>
          <a:off x="3166" y="0"/>
          <a:ext cx="4867833" cy="36496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834" tIns="0" rIns="480834" bIns="33020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Penelitian</a:t>
          </a:r>
          <a:r>
            <a:rPr lang="en-US" sz="3200" kern="1200" dirty="0"/>
            <a:t> </a:t>
          </a:r>
          <a:r>
            <a:rPr lang="en-US" sz="3200" kern="1200" dirty="0" err="1"/>
            <a:t>dinilai</a:t>
          </a:r>
          <a:r>
            <a:rPr lang="en-US" sz="3200" kern="1200" dirty="0"/>
            <a:t> </a:t>
          </a:r>
          <a:r>
            <a:rPr lang="en-US" sz="3200" kern="1200" dirty="0" err="1"/>
            <a:t>hanya</a:t>
          </a:r>
          <a:r>
            <a:rPr lang="en-US" sz="3200" kern="1200" dirty="0"/>
            <a:t> </a:t>
          </a:r>
          <a:r>
            <a:rPr lang="en-US" sz="3200" kern="1200" dirty="0" err="1"/>
            <a:t>berdasarkan</a:t>
          </a:r>
          <a:r>
            <a:rPr lang="en-US" sz="3200" kern="1200" dirty="0"/>
            <a:t> </a:t>
          </a:r>
          <a:r>
            <a:rPr lang="en-US" sz="3200" kern="1200" dirty="0" err="1"/>
            <a:t>kualitas</a:t>
          </a:r>
          <a:r>
            <a:rPr lang="en-US" sz="3200" kern="1200" dirty="0"/>
            <a:t> </a:t>
          </a:r>
          <a:r>
            <a:rPr lang="en-US" sz="3200" kern="1200" dirty="0" err="1"/>
            <a:t>penelitian</a:t>
          </a:r>
          <a:r>
            <a:rPr lang="en-US" sz="3200" kern="1200" dirty="0"/>
            <a:t> </a:t>
          </a:r>
          <a:r>
            <a:rPr lang="en-US" sz="3200" kern="1200" dirty="0" err="1"/>
            <a:t>secara</a:t>
          </a:r>
          <a:r>
            <a:rPr lang="en-US" sz="3200" kern="1200" dirty="0"/>
            <a:t> </a:t>
          </a:r>
          <a:r>
            <a:rPr lang="en-US" sz="3200" kern="1200" dirty="0" err="1"/>
            <a:t>ilmiah</a:t>
          </a:r>
          <a:endParaRPr lang="en-US" sz="3200" kern="1200" dirty="0"/>
        </a:p>
      </dsp:txBody>
      <dsp:txXfrm>
        <a:off x="3166" y="1459864"/>
        <a:ext cx="4867833" cy="2189797"/>
      </dsp:txXfrm>
    </dsp:sp>
    <dsp:sp modelId="{A1107A53-06BE-47A6-9053-A7F1B981B46D}">
      <dsp:nvSpPr>
        <dsp:cNvPr id="0" name=""/>
        <dsp:cNvSpPr/>
      </dsp:nvSpPr>
      <dsp:spPr>
        <a:xfrm>
          <a:off x="3166" y="0"/>
          <a:ext cx="4867833" cy="1459864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834" tIns="165100" rIns="48083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3166" y="0"/>
        <a:ext cx="4867833" cy="1459864"/>
      </dsp:txXfrm>
    </dsp:sp>
    <dsp:sp modelId="{BC736A15-3457-481C-962E-9C0D2DA6E061}">
      <dsp:nvSpPr>
        <dsp:cNvPr id="0" name=""/>
        <dsp:cNvSpPr/>
      </dsp:nvSpPr>
      <dsp:spPr>
        <a:xfrm>
          <a:off x="5260425" y="0"/>
          <a:ext cx="4867833" cy="364966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834" tIns="0" rIns="48083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Penelitian</a:t>
          </a:r>
          <a:r>
            <a:rPr lang="en-US" sz="1900" kern="1200" dirty="0"/>
            <a:t> </a:t>
          </a:r>
          <a:r>
            <a:rPr lang="en-US" sz="1900" kern="1200" dirty="0" err="1"/>
            <a:t>tidak</a:t>
          </a:r>
          <a:r>
            <a:rPr lang="en-US" sz="1900" kern="1200" dirty="0"/>
            <a:t> </a:t>
          </a:r>
          <a:r>
            <a:rPr lang="en-US" sz="1900" kern="1200" dirty="0" err="1"/>
            <a:t>dinilai</a:t>
          </a:r>
          <a:r>
            <a:rPr lang="en-US" sz="1900" kern="1200" dirty="0"/>
            <a:t> </a:t>
          </a:r>
          <a:r>
            <a:rPr lang="en-US" sz="1900" kern="1200" dirty="0" err="1"/>
            <a:t>berdasarkan</a:t>
          </a:r>
          <a:r>
            <a:rPr lang="en-US" sz="1900" kern="1200" dirty="0"/>
            <a:t> </a:t>
          </a:r>
          <a:r>
            <a:rPr lang="en-US" sz="1900" kern="1200" dirty="0" err="1"/>
            <a:t>siapa</a:t>
          </a:r>
          <a:r>
            <a:rPr lang="en-US" sz="1900" kern="1200" dirty="0"/>
            <a:t> </a:t>
          </a:r>
          <a:r>
            <a:rPr lang="en-US" sz="1900" kern="1200" dirty="0" err="1"/>
            <a:t>penelitinya</a:t>
          </a:r>
          <a:r>
            <a:rPr lang="en-US" sz="1900" kern="1200" dirty="0"/>
            <a:t> (</a:t>
          </a:r>
          <a:r>
            <a:rPr lang="en-US" sz="1900" kern="1200" dirty="0" err="1"/>
            <a:t>tua</a:t>
          </a:r>
          <a:r>
            <a:rPr lang="en-US" sz="1900" kern="1200" dirty="0"/>
            <a:t> </a:t>
          </a:r>
          <a:r>
            <a:rPr lang="en-US" sz="1900" kern="1200" dirty="0" err="1"/>
            <a:t>atau</a:t>
          </a:r>
          <a:r>
            <a:rPr lang="en-US" sz="1900" kern="1200" dirty="0"/>
            <a:t> </a:t>
          </a:r>
          <a:r>
            <a:rPr lang="en-US" sz="1900" kern="1200" dirty="0" err="1"/>
            <a:t>muda</a:t>
          </a:r>
          <a:r>
            <a:rPr lang="en-US" sz="1900" kern="1200" dirty="0"/>
            <a:t>, </a:t>
          </a:r>
          <a:r>
            <a:rPr lang="en-US" sz="1900" kern="1200" dirty="0" err="1"/>
            <a:t>pria</a:t>
          </a:r>
          <a:r>
            <a:rPr lang="en-US" sz="1900" kern="1200" dirty="0"/>
            <a:t> </a:t>
          </a:r>
          <a:r>
            <a:rPr lang="en-US" sz="1900" kern="1200" dirty="0" err="1"/>
            <a:t>atau</a:t>
          </a:r>
          <a:r>
            <a:rPr lang="en-US" sz="1900" kern="1200" dirty="0"/>
            <a:t> </a:t>
          </a:r>
          <a:r>
            <a:rPr lang="en-US" sz="1900" kern="1200" dirty="0" err="1"/>
            <a:t>wanita</a:t>
          </a:r>
          <a:r>
            <a:rPr lang="en-US" sz="1900" kern="1200" dirty="0"/>
            <a:t>, </a:t>
          </a:r>
          <a:r>
            <a:rPr lang="en-US" sz="1900" kern="1200" dirty="0" err="1"/>
            <a:t>profesor</a:t>
          </a:r>
          <a:r>
            <a:rPr lang="en-US" sz="1900" kern="1200" dirty="0"/>
            <a:t> </a:t>
          </a:r>
          <a:r>
            <a:rPr lang="en-US" sz="1900" kern="1200" dirty="0" err="1"/>
            <a:t>atau</a:t>
          </a:r>
          <a:r>
            <a:rPr lang="en-US" sz="1900" kern="1200" dirty="0"/>
            <a:t> </a:t>
          </a:r>
          <a:r>
            <a:rPr lang="en-US" sz="1900" kern="1200" dirty="0" err="1"/>
            <a:t>tanpa</a:t>
          </a:r>
          <a:r>
            <a:rPr lang="en-US" sz="1900" kern="1200" dirty="0"/>
            <a:t> </a:t>
          </a:r>
          <a:r>
            <a:rPr lang="en-US" sz="1900" kern="1200" dirty="0" err="1"/>
            <a:t>gelar</a:t>
          </a:r>
          <a:r>
            <a:rPr lang="en-US" sz="1900" kern="1200" dirty="0"/>
            <a:t> </a:t>
          </a:r>
          <a:r>
            <a:rPr lang="en-US" sz="1900" kern="1200" dirty="0" err="1"/>
            <a:t>pendidikan</a:t>
          </a:r>
          <a:r>
            <a:rPr lang="en-US" sz="1900" kern="1200" dirty="0"/>
            <a:t>) </a:t>
          </a:r>
          <a:r>
            <a:rPr lang="en-US" sz="1900" kern="1200" dirty="0" err="1"/>
            <a:t>atau</a:t>
          </a:r>
          <a:r>
            <a:rPr lang="en-US" sz="1900" kern="1200" dirty="0"/>
            <a:t> </a:t>
          </a:r>
          <a:r>
            <a:rPr lang="en-US" sz="1900" kern="1200" dirty="0" err="1"/>
            <a:t>tempat</a:t>
          </a:r>
          <a:r>
            <a:rPr lang="en-US" sz="1900" kern="1200" dirty="0"/>
            <a:t> </a:t>
          </a:r>
          <a:r>
            <a:rPr lang="en-US" sz="1900" kern="1200" dirty="0" err="1"/>
            <a:t>penelitiannya</a:t>
          </a:r>
          <a:r>
            <a:rPr lang="en-US" sz="1900" kern="1200" dirty="0"/>
            <a:t> (negara </a:t>
          </a:r>
          <a:r>
            <a:rPr lang="en-US" sz="1900" kern="1200" dirty="0" err="1"/>
            <a:t>maju</a:t>
          </a:r>
          <a:r>
            <a:rPr lang="en-US" sz="1900" kern="1200" dirty="0"/>
            <a:t> </a:t>
          </a:r>
          <a:r>
            <a:rPr lang="en-US" sz="1900" kern="1200" dirty="0" err="1"/>
            <a:t>atau</a:t>
          </a:r>
          <a:r>
            <a:rPr lang="en-US" sz="1900" kern="1200" dirty="0"/>
            <a:t> negara </a:t>
          </a:r>
          <a:r>
            <a:rPr lang="en-US" sz="1900" kern="1200" dirty="0" err="1"/>
            <a:t>berkembang</a:t>
          </a:r>
          <a:r>
            <a:rPr lang="en-US" sz="1900" kern="1200" dirty="0"/>
            <a:t>, </a:t>
          </a:r>
          <a:r>
            <a:rPr lang="en-US" sz="1900" kern="1200" dirty="0" err="1"/>
            <a:t>universitas</a:t>
          </a:r>
          <a:r>
            <a:rPr lang="en-US" sz="1900" kern="1200" dirty="0"/>
            <a:t> </a:t>
          </a:r>
          <a:r>
            <a:rPr lang="en-US" sz="1900" kern="1200" dirty="0" err="1"/>
            <a:t>terkenal</a:t>
          </a:r>
          <a:r>
            <a:rPr lang="en-US" sz="1900" kern="1200" dirty="0"/>
            <a:t> </a:t>
          </a:r>
          <a:r>
            <a:rPr lang="en-US" sz="1900" kern="1200" dirty="0" err="1"/>
            <a:t>atau</a:t>
          </a:r>
          <a:r>
            <a:rPr lang="en-US" sz="1900" kern="1200" dirty="0"/>
            <a:t> </a:t>
          </a:r>
          <a:r>
            <a:rPr lang="en-US" sz="1900" kern="1200" dirty="0" err="1"/>
            <a:t>tidak</a:t>
          </a:r>
          <a:r>
            <a:rPr lang="en-US" sz="1900" kern="1200" dirty="0"/>
            <a:t>).  </a:t>
          </a:r>
        </a:p>
      </dsp:txBody>
      <dsp:txXfrm>
        <a:off x="5260425" y="1459864"/>
        <a:ext cx="4867833" cy="2189797"/>
      </dsp:txXfrm>
    </dsp:sp>
    <dsp:sp modelId="{52CED822-93CA-4975-8933-88E1AE860328}">
      <dsp:nvSpPr>
        <dsp:cNvPr id="0" name=""/>
        <dsp:cNvSpPr/>
      </dsp:nvSpPr>
      <dsp:spPr>
        <a:xfrm>
          <a:off x="5260425" y="0"/>
          <a:ext cx="4867833" cy="1459864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834" tIns="165100" rIns="48083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260425" y="0"/>
        <a:ext cx="4867833" cy="14598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26258-C0A2-4BFF-B552-D398013204DE}">
      <dsp:nvSpPr>
        <dsp:cNvPr id="0" name=""/>
        <dsp:cNvSpPr/>
      </dsp:nvSpPr>
      <dsp:spPr>
        <a:xfrm>
          <a:off x="0" y="2525"/>
          <a:ext cx="10812005" cy="333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35627-E877-428E-B7F7-815B62813FCE}">
      <dsp:nvSpPr>
        <dsp:cNvPr id="0" name=""/>
        <dsp:cNvSpPr/>
      </dsp:nvSpPr>
      <dsp:spPr>
        <a:xfrm>
          <a:off x="101026" y="77669"/>
          <a:ext cx="183864" cy="1836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FE901-CAB8-4BBE-902C-EC28215010BA}">
      <dsp:nvSpPr>
        <dsp:cNvPr id="0" name=""/>
        <dsp:cNvSpPr/>
      </dsp:nvSpPr>
      <dsp:spPr>
        <a:xfrm>
          <a:off x="385918" y="2525"/>
          <a:ext cx="10249068" cy="655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37" tIns="69337" rIns="69337" bIns="6933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Sikap skeptis yang terarah</a:t>
          </a:r>
        </a:p>
      </dsp:txBody>
      <dsp:txXfrm>
        <a:off x="385918" y="2525"/>
        <a:ext cx="10249068" cy="655150"/>
      </dsp:txXfrm>
    </dsp:sp>
    <dsp:sp modelId="{D1D9CC5A-63DF-4ACB-AE29-579C94583E0D}">
      <dsp:nvSpPr>
        <dsp:cNvPr id="0" name=""/>
        <dsp:cNvSpPr/>
      </dsp:nvSpPr>
      <dsp:spPr>
        <a:xfrm>
          <a:off x="0" y="795602"/>
          <a:ext cx="10812005" cy="333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72FAB-2930-43A4-9792-E177FC49A7FC}">
      <dsp:nvSpPr>
        <dsp:cNvPr id="0" name=""/>
        <dsp:cNvSpPr/>
      </dsp:nvSpPr>
      <dsp:spPr>
        <a:xfrm>
          <a:off x="101026" y="870746"/>
          <a:ext cx="183864" cy="1836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35EE0-AF5E-4482-99B6-6CA008551F2C}">
      <dsp:nvSpPr>
        <dsp:cNvPr id="0" name=""/>
        <dsp:cNvSpPr/>
      </dsp:nvSpPr>
      <dsp:spPr>
        <a:xfrm>
          <a:off x="385918" y="795602"/>
          <a:ext cx="10249068" cy="655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37" tIns="69337" rIns="69337" bIns="6933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Peneliti tidak seharusnya menerima ide atau bukti baru apa adanya dengan sikap tidak kritis. </a:t>
          </a:r>
        </a:p>
      </dsp:txBody>
      <dsp:txXfrm>
        <a:off x="385918" y="795602"/>
        <a:ext cx="10249068" cy="655150"/>
      </dsp:txXfrm>
    </dsp:sp>
    <dsp:sp modelId="{93AB885A-0B71-42A5-8187-71F9F94F46E1}">
      <dsp:nvSpPr>
        <dsp:cNvPr id="0" name=""/>
        <dsp:cNvSpPr/>
      </dsp:nvSpPr>
      <dsp:spPr>
        <a:xfrm>
          <a:off x="0" y="1588680"/>
          <a:ext cx="10812005" cy="333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01877-A771-4F8A-A3D8-94BD0C94F170}">
      <dsp:nvSpPr>
        <dsp:cNvPr id="0" name=""/>
        <dsp:cNvSpPr/>
      </dsp:nvSpPr>
      <dsp:spPr>
        <a:xfrm>
          <a:off x="101026" y="1663824"/>
          <a:ext cx="183864" cy="1836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02405-1FFD-422F-88A6-8598CED1610A}">
      <dsp:nvSpPr>
        <dsp:cNvPr id="0" name=""/>
        <dsp:cNvSpPr/>
      </dsp:nvSpPr>
      <dsp:spPr>
        <a:xfrm>
          <a:off x="385918" y="1588680"/>
          <a:ext cx="10249068" cy="655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37" tIns="69337" rIns="69337" bIns="6933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Peneliti harus bersikap kritis dan mempertanyakan dengan cermat segala bukti dan pernyataan yang muncul.</a:t>
          </a:r>
        </a:p>
      </dsp:txBody>
      <dsp:txXfrm>
        <a:off x="385918" y="1588680"/>
        <a:ext cx="10249068" cy="655150"/>
      </dsp:txXfrm>
    </dsp:sp>
    <dsp:sp modelId="{545A7C90-BC0C-4E37-91B0-11DACB1381FE}">
      <dsp:nvSpPr>
        <dsp:cNvPr id="0" name=""/>
        <dsp:cNvSpPr/>
      </dsp:nvSpPr>
      <dsp:spPr>
        <a:xfrm>
          <a:off x="0" y="2549075"/>
          <a:ext cx="10812005" cy="5710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0F31B-668A-4E83-92BB-27CDB5FC4FC7}">
      <dsp:nvSpPr>
        <dsp:cNvPr id="0" name=""/>
        <dsp:cNvSpPr/>
      </dsp:nvSpPr>
      <dsp:spPr>
        <a:xfrm>
          <a:off x="101026" y="2742736"/>
          <a:ext cx="183864" cy="1836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0C6BE-384E-4614-A284-6BA31BACFEAE}">
      <dsp:nvSpPr>
        <dsp:cNvPr id="0" name=""/>
        <dsp:cNvSpPr/>
      </dsp:nvSpPr>
      <dsp:spPr>
        <a:xfrm>
          <a:off x="385918" y="2381757"/>
          <a:ext cx="10249068" cy="1226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37" tIns="69337" rIns="69337" bIns="6933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Pengkritisian</a:t>
          </a:r>
          <a:r>
            <a:rPr lang="en-US" sz="2400" kern="1200" dirty="0"/>
            <a:t> </a:t>
          </a:r>
          <a:r>
            <a:rPr lang="en-US" sz="2400" kern="1200" dirty="0" err="1"/>
            <a:t>tidak</a:t>
          </a:r>
          <a:r>
            <a:rPr lang="en-US" sz="2400" kern="1200" dirty="0"/>
            <a:t> </a:t>
          </a:r>
          <a:r>
            <a:rPr lang="en-US" sz="2400" kern="1200" dirty="0" err="1"/>
            <a:t>bertujuan</a:t>
          </a:r>
          <a:r>
            <a:rPr lang="en-US" sz="2400" kern="1200" dirty="0"/>
            <a:t> </a:t>
          </a:r>
          <a:r>
            <a:rPr lang="en-US" sz="2400" kern="1200" dirty="0" err="1"/>
            <a:t>untuk</a:t>
          </a:r>
          <a:r>
            <a:rPr lang="en-US" sz="2400" kern="1200" dirty="0"/>
            <a:t> </a:t>
          </a:r>
          <a:r>
            <a:rPr lang="en-US" sz="2400" kern="1200" dirty="0" err="1"/>
            <a:t>menyerang</a:t>
          </a:r>
          <a:r>
            <a:rPr lang="en-US" sz="2400" kern="1200" dirty="0"/>
            <a:t> </a:t>
          </a:r>
          <a:r>
            <a:rPr lang="en-US" sz="2400" kern="1200" dirty="0" err="1"/>
            <a:t>pihak</a:t>
          </a:r>
          <a:r>
            <a:rPr lang="en-US" sz="2400" kern="1200" dirty="0"/>
            <a:t> </a:t>
          </a:r>
          <a:r>
            <a:rPr lang="en-US" sz="2400" kern="1200" dirty="0" err="1"/>
            <a:t>tertentu</a:t>
          </a:r>
          <a:r>
            <a:rPr lang="en-US" sz="2400" kern="1200" dirty="0"/>
            <a:t> </a:t>
          </a:r>
          <a:r>
            <a:rPr lang="en-US" sz="2400" kern="1200" dirty="0" err="1"/>
            <a:t>melainkan</a:t>
          </a:r>
          <a:r>
            <a:rPr lang="en-US" sz="2400" kern="1200" dirty="0"/>
            <a:t> </a:t>
          </a:r>
          <a:r>
            <a:rPr lang="en-US" sz="2400" kern="1200" dirty="0" err="1"/>
            <a:t>untuk</a:t>
          </a:r>
          <a:r>
            <a:rPr lang="en-US" sz="2400" kern="1200" dirty="0"/>
            <a:t> </a:t>
          </a:r>
          <a:r>
            <a:rPr lang="en-US" sz="2400" kern="1200" dirty="0" err="1"/>
            <a:t>memastikan</a:t>
          </a:r>
          <a:r>
            <a:rPr lang="en-US" sz="2400" kern="1200" dirty="0"/>
            <a:t> </a:t>
          </a:r>
          <a:r>
            <a:rPr lang="en-US" sz="2400" kern="1200" dirty="0" err="1"/>
            <a:t>bahwa</a:t>
          </a:r>
          <a:r>
            <a:rPr lang="en-US" sz="2400" kern="1200" dirty="0"/>
            <a:t> </a:t>
          </a:r>
          <a:r>
            <a:rPr lang="en-US" sz="2400" kern="1200" dirty="0" err="1"/>
            <a:t>metode</a:t>
          </a:r>
          <a:r>
            <a:rPr lang="en-US" sz="2400" kern="1200" dirty="0"/>
            <a:t> </a:t>
          </a:r>
          <a:r>
            <a:rPr lang="en-US" sz="2400" kern="1200" dirty="0" err="1"/>
            <a:t>penelitian</a:t>
          </a:r>
          <a:r>
            <a:rPr lang="en-US" sz="2400" kern="1200" dirty="0"/>
            <a:t> yang </a:t>
          </a:r>
          <a:r>
            <a:rPr lang="en-US" sz="2400" kern="1200" dirty="0" err="1"/>
            <a:t>digunakan</a:t>
          </a:r>
          <a:r>
            <a:rPr lang="en-US" sz="2400" kern="1200" dirty="0"/>
            <a:t> </a:t>
          </a:r>
          <a:r>
            <a:rPr lang="en-US" sz="2400" kern="1200" dirty="0" err="1"/>
            <a:t>benar</a:t>
          </a:r>
          <a:r>
            <a:rPr lang="en-US" sz="2400" kern="1200" dirty="0"/>
            <a:t> dan </a:t>
          </a:r>
          <a:r>
            <a:rPr lang="en-US" sz="2400" kern="1200" dirty="0" err="1"/>
            <a:t>telah</a:t>
          </a:r>
          <a:r>
            <a:rPr lang="en-US" sz="2400" kern="1200" dirty="0"/>
            <a:t> </a:t>
          </a:r>
          <a:r>
            <a:rPr lang="en-US" sz="2400" kern="1200" dirty="0" err="1"/>
            <a:t>dijalankan</a:t>
          </a:r>
          <a:r>
            <a:rPr lang="en-US" sz="2400" kern="1200" dirty="0"/>
            <a:t> </a:t>
          </a:r>
          <a:r>
            <a:rPr lang="en-US" sz="2400" kern="1200" dirty="0" err="1"/>
            <a:t>dengan</a:t>
          </a:r>
          <a:r>
            <a:rPr lang="en-US" sz="2400" kern="1200" dirty="0"/>
            <a:t> </a:t>
          </a:r>
          <a:r>
            <a:rPr lang="en-US" sz="2400" kern="1200" dirty="0" err="1"/>
            <a:t>benar</a:t>
          </a:r>
          <a:r>
            <a:rPr lang="en-US" sz="2400" kern="1200" dirty="0"/>
            <a:t>.</a:t>
          </a:r>
        </a:p>
      </dsp:txBody>
      <dsp:txXfrm>
        <a:off x="385918" y="2381757"/>
        <a:ext cx="10249068" cy="122682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A5FE4-8C0C-4F73-BD8C-4AEAEC0D0928}">
      <dsp:nvSpPr>
        <dsp:cNvPr id="0" name=""/>
        <dsp:cNvSpPr/>
      </dsp:nvSpPr>
      <dsp:spPr>
        <a:xfrm>
          <a:off x="16826" y="2860"/>
          <a:ext cx="5852637" cy="1463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Tidak memihak</a:t>
          </a:r>
        </a:p>
      </dsp:txBody>
      <dsp:txXfrm>
        <a:off x="59680" y="45714"/>
        <a:ext cx="5766929" cy="1377451"/>
      </dsp:txXfrm>
    </dsp:sp>
    <dsp:sp modelId="{13BABE68-962D-48FA-823A-FF5E91E657D1}">
      <dsp:nvSpPr>
        <dsp:cNvPr id="0" name=""/>
        <dsp:cNvSpPr/>
      </dsp:nvSpPr>
      <dsp:spPr>
        <a:xfrm rot="5400000">
          <a:off x="2668803" y="1502599"/>
          <a:ext cx="548684" cy="6584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-5400000">
        <a:off x="2745619" y="1557468"/>
        <a:ext cx="395053" cy="384079"/>
      </dsp:txXfrm>
    </dsp:sp>
    <dsp:sp modelId="{03B1A4C2-C4D4-46CA-A78F-44A166EB62BF}">
      <dsp:nvSpPr>
        <dsp:cNvPr id="0" name=""/>
        <dsp:cNvSpPr/>
      </dsp:nvSpPr>
      <dsp:spPr>
        <a:xfrm>
          <a:off x="16826" y="2197599"/>
          <a:ext cx="5852637" cy="1463159"/>
        </a:xfrm>
        <a:prstGeom prst="roundRect">
          <a:avLst>
            <a:gd name="adj" fmla="val 10000"/>
          </a:avLst>
        </a:prstGeom>
        <a:solidFill>
          <a:schemeClr val="accent2">
            <a:hueOff val="-1555074"/>
            <a:satOff val="-8227"/>
            <a:lumOff val="-3137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Peneliti harus netral dan terbuka terhadap hal – hal baru yang tidak terduga.</a:t>
          </a:r>
        </a:p>
      </dsp:txBody>
      <dsp:txXfrm>
        <a:off x="59680" y="2240453"/>
        <a:ext cx="5766929" cy="1377451"/>
      </dsp:txXfrm>
    </dsp:sp>
    <dsp:sp modelId="{07FD54B6-29EB-4158-B454-0C1DC05FDC7D}">
      <dsp:nvSpPr>
        <dsp:cNvPr id="0" name=""/>
        <dsp:cNvSpPr/>
      </dsp:nvSpPr>
      <dsp:spPr>
        <a:xfrm rot="5400000">
          <a:off x="2668803" y="3697338"/>
          <a:ext cx="548684" cy="6584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-5400000">
        <a:off x="2745619" y="3752207"/>
        <a:ext cx="395053" cy="384079"/>
      </dsp:txXfrm>
    </dsp:sp>
    <dsp:sp modelId="{5797F0DE-57D3-4A15-A5D0-B54557C6FDD5}">
      <dsp:nvSpPr>
        <dsp:cNvPr id="0" name=""/>
        <dsp:cNvSpPr/>
      </dsp:nvSpPr>
      <dsp:spPr>
        <a:xfrm>
          <a:off x="16826" y="4392338"/>
          <a:ext cx="5852637" cy="1463159"/>
        </a:xfrm>
        <a:prstGeom prst="roundRect">
          <a:avLst>
            <a:gd name="adj" fmla="val 10000"/>
          </a:avLst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Peneliti harus dapat menerima dan terus menelusuri bukti – bukti ilmiah meskipun bukti tersebut berlawanan dengan argumen awalnya</a:t>
          </a:r>
        </a:p>
      </dsp:txBody>
      <dsp:txXfrm>
        <a:off x="59680" y="4435192"/>
        <a:ext cx="5766929" cy="13774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B187E-40F1-4C9B-BA77-574C79F82E46}">
      <dsp:nvSpPr>
        <dsp:cNvPr id="0" name=""/>
        <dsp:cNvSpPr/>
      </dsp:nvSpPr>
      <dsp:spPr>
        <a:xfrm rot="5400000">
          <a:off x="509281" y="1741993"/>
          <a:ext cx="2706766" cy="327482"/>
        </a:xfrm>
        <a:prstGeom prst="rect">
          <a:avLst/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214446-DC9C-44E9-87E4-E0696B1E9CA7}">
      <dsp:nvSpPr>
        <dsp:cNvPr id="0" name=""/>
        <dsp:cNvSpPr/>
      </dsp:nvSpPr>
      <dsp:spPr>
        <a:xfrm>
          <a:off x="1123798" y="2487"/>
          <a:ext cx="3638693" cy="21832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Pengetahuan harus dibagikan dengan orang lain dan menjadi milik umum.</a:t>
          </a:r>
        </a:p>
      </dsp:txBody>
      <dsp:txXfrm>
        <a:off x="1187742" y="66431"/>
        <a:ext cx="3510805" cy="2055328"/>
      </dsp:txXfrm>
    </dsp:sp>
    <dsp:sp modelId="{A334309E-A718-423D-89A4-E466D8AB057D}">
      <dsp:nvSpPr>
        <dsp:cNvPr id="0" name=""/>
        <dsp:cNvSpPr/>
      </dsp:nvSpPr>
      <dsp:spPr>
        <a:xfrm>
          <a:off x="1123798" y="2731507"/>
          <a:ext cx="3638693" cy="21832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63500" dist="38100" dir="5400000" rotWithShape="0">
            <a:srgbClr val="000000">
              <a:alpha val="65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Pengetahuan baru biasanya tidak akan diterima secara formal sebelum diperiksa oleh peneliti lain dan dipublikasikan.</a:t>
          </a:r>
        </a:p>
      </dsp:txBody>
      <dsp:txXfrm>
        <a:off x="1187742" y="2795451"/>
        <a:ext cx="3510805" cy="205532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1B12A-44C9-406B-886B-2857CC810FF9}">
      <dsp:nvSpPr>
        <dsp:cNvPr id="0" name=""/>
        <dsp:cNvSpPr/>
      </dsp:nvSpPr>
      <dsp:spPr>
        <a:xfrm rot="5400000">
          <a:off x="884746" y="1706575"/>
          <a:ext cx="2655349" cy="320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DEB400-3C1C-42BF-B3A7-A94569DC40A3}">
      <dsp:nvSpPr>
        <dsp:cNvPr id="0" name=""/>
        <dsp:cNvSpPr/>
      </dsp:nvSpPr>
      <dsp:spPr>
        <a:xfrm>
          <a:off x="1489288" y="2621"/>
          <a:ext cx="3566622" cy="21399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Merupakan norma umum t</a:t>
          </a:r>
          <a:r>
            <a:rPr lang="id-ID" sz="3100" kern="1200"/>
            <a:t>etapi</a:t>
          </a:r>
          <a:r>
            <a:rPr lang="en-US" sz="3100" kern="1200"/>
            <a:t> sangat penting</a:t>
          </a:r>
        </a:p>
      </dsp:txBody>
      <dsp:txXfrm>
        <a:off x="1551966" y="65299"/>
        <a:ext cx="3441266" cy="2014617"/>
      </dsp:txXfrm>
    </dsp:sp>
    <dsp:sp modelId="{394C516E-69DE-452B-8A38-DF39103D2CC2}">
      <dsp:nvSpPr>
        <dsp:cNvPr id="0" name=""/>
        <dsp:cNvSpPr/>
      </dsp:nvSpPr>
      <dsp:spPr>
        <a:xfrm>
          <a:off x="1489288" y="2677587"/>
          <a:ext cx="3566622" cy="21399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Peneliti harus jujur dalam setiap proses penelitian yang dilakukannya.</a:t>
          </a:r>
        </a:p>
      </dsp:txBody>
      <dsp:txXfrm>
        <a:off x="1551966" y="2740265"/>
        <a:ext cx="3441266" cy="201461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B8B8D-82D5-4554-AECA-E1A74679329A}">
      <dsp:nvSpPr>
        <dsp:cNvPr id="0" name=""/>
        <dsp:cNvSpPr/>
      </dsp:nvSpPr>
      <dsp:spPr>
        <a:xfrm>
          <a:off x="888568" y="456595"/>
          <a:ext cx="4983252" cy="4983252"/>
        </a:xfrm>
        <a:prstGeom prst="pie">
          <a:avLst>
            <a:gd name="adj1" fmla="val 16200000"/>
            <a:gd name="adj2" fmla="val 54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Waktu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Cross Sectional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Longitudinal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Case Study</a:t>
          </a:r>
        </a:p>
      </dsp:txBody>
      <dsp:txXfrm>
        <a:off x="3611560" y="1761733"/>
        <a:ext cx="1779733" cy="2372977"/>
      </dsp:txXfrm>
    </dsp:sp>
    <dsp:sp modelId="{8F5EDA80-A708-49AA-9F94-E00DD0E0342F}">
      <dsp:nvSpPr>
        <dsp:cNvPr id="0" name=""/>
        <dsp:cNvSpPr/>
      </dsp:nvSpPr>
      <dsp:spPr>
        <a:xfrm>
          <a:off x="651270" y="456595"/>
          <a:ext cx="4983252" cy="4983252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Teknik </a:t>
          </a:r>
          <a:r>
            <a:rPr lang="en-US" sz="2200" kern="1200" dirty="0" err="1"/>
            <a:t>pengumpulan</a:t>
          </a:r>
          <a:r>
            <a:rPr lang="en-US" sz="2200" kern="1200" dirty="0"/>
            <a:t> dan </a:t>
          </a:r>
          <a:r>
            <a:rPr lang="en-US" sz="2200" kern="1200" dirty="0" err="1"/>
            <a:t>analisis</a:t>
          </a:r>
          <a:r>
            <a:rPr lang="en-US" sz="2200" kern="1200" dirty="0"/>
            <a:t> data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Quantitative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Qualitative</a:t>
          </a:r>
        </a:p>
      </dsp:txBody>
      <dsp:txXfrm>
        <a:off x="1131798" y="1761733"/>
        <a:ext cx="1779733" cy="2372977"/>
      </dsp:txXfrm>
    </dsp:sp>
    <dsp:sp modelId="{E6861F27-B8DE-4AD4-92C3-A25E813989F8}">
      <dsp:nvSpPr>
        <dsp:cNvPr id="0" name=""/>
        <dsp:cNvSpPr/>
      </dsp:nvSpPr>
      <dsp:spPr>
        <a:xfrm>
          <a:off x="580081" y="148108"/>
          <a:ext cx="5600227" cy="5600227"/>
        </a:xfrm>
        <a:prstGeom prst="circularArrow">
          <a:avLst>
            <a:gd name="adj1" fmla="val 5085"/>
            <a:gd name="adj2" fmla="val 327528"/>
            <a:gd name="adj3" fmla="val 5072472"/>
            <a:gd name="adj4" fmla="val 16200000"/>
            <a:gd name="adj5" fmla="val 593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024564-04B5-4396-8AF9-D06B75F31B1E}">
      <dsp:nvSpPr>
        <dsp:cNvPr id="0" name=""/>
        <dsp:cNvSpPr/>
      </dsp:nvSpPr>
      <dsp:spPr>
        <a:xfrm>
          <a:off x="342783" y="148108"/>
          <a:ext cx="5600227" cy="5600227"/>
        </a:xfrm>
        <a:prstGeom prst="circularArrow">
          <a:avLst>
            <a:gd name="adj1" fmla="val 5085"/>
            <a:gd name="adj2" fmla="val 327528"/>
            <a:gd name="adj3" fmla="val 15872472"/>
            <a:gd name="adj4" fmla="val 5400000"/>
            <a:gd name="adj5" fmla="val 5932"/>
          </a:avLst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D3436-E2BE-4FCD-B3BA-D1AB48DD4B64}">
      <dsp:nvSpPr>
        <dsp:cNvPr id="0" name=""/>
        <dsp:cNvSpPr/>
      </dsp:nvSpPr>
      <dsp:spPr>
        <a:xfrm>
          <a:off x="1433" y="692258"/>
          <a:ext cx="1052789" cy="10527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A05B0B-1B68-4765-83D2-8C9A112C6509}">
      <dsp:nvSpPr>
        <dsp:cNvPr id="0" name=""/>
        <dsp:cNvSpPr/>
      </dsp:nvSpPr>
      <dsp:spPr>
        <a:xfrm>
          <a:off x="1433" y="1947419"/>
          <a:ext cx="3007968" cy="112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i="1" kern="1200" dirty="0"/>
            <a:t>Basic Research / Pure Research</a:t>
          </a:r>
          <a:endParaRPr lang="en-US" sz="2400" kern="1200" dirty="0"/>
        </a:p>
      </dsp:txBody>
      <dsp:txXfrm>
        <a:off x="1433" y="1947419"/>
        <a:ext cx="3007968" cy="1123875"/>
      </dsp:txXfrm>
    </dsp:sp>
    <dsp:sp modelId="{5EA7A6F9-71EB-4A09-80EB-9194326E4845}">
      <dsp:nvSpPr>
        <dsp:cNvPr id="0" name=""/>
        <dsp:cNvSpPr/>
      </dsp:nvSpPr>
      <dsp:spPr>
        <a:xfrm>
          <a:off x="1433" y="3165420"/>
          <a:ext cx="3007968" cy="223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Penelitian</a:t>
          </a:r>
          <a:r>
            <a:rPr lang="en-US" sz="2400" kern="1200" dirty="0"/>
            <a:t> yang </a:t>
          </a:r>
          <a:r>
            <a:rPr lang="en-US" sz="2400" kern="1200" dirty="0" err="1"/>
            <a:t>didesain</a:t>
          </a:r>
          <a:r>
            <a:rPr lang="en-US" sz="2400" kern="1200" dirty="0"/>
            <a:t> </a:t>
          </a:r>
          <a:r>
            <a:rPr lang="en-US" sz="2400" kern="1200" dirty="0" err="1"/>
            <a:t>untuk</a:t>
          </a:r>
          <a:r>
            <a:rPr lang="en-US" sz="2400" kern="1200" dirty="0"/>
            <a:t> </a:t>
          </a:r>
          <a:r>
            <a:rPr lang="en-US" sz="2400" kern="1200" dirty="0" err="1"/>
            <a:t>mengembangkan</a:t>
          </a:r>
          <a:r>
            <a:rPr lang="en-US" sz="2400" kern="1200" dirty="0"/>
            <a:t> </a:t>
          </a:r>
          <a:r>
            <a:rPr lang="en-US" sz="2400" kern="1200" dirty="0" err="1"/>
            <a:t>pengatahuan</a:t>
          </a:r>
          <a:r>
            <a:rPr lang="en-US" sz="2400" kern="1200" dirty="0"/>
            <a:t> dan </a:t>
          </a:r>
          <a:r>
            <a:rPr lang="en-US" sz="2400" kern="1200" dirty="0" err="1"/>
            <a:t>membangun</a:t>
          </a:r>
          <a:r>
            <a:rPr lang="en-US" sz="2400" kern="1200" dirty="0"/>
            <a:t> </a:t>
          </a:r>
          <a:r>
            <a:rPr lang="en-US" sz="2400" kern="1200" dirty="0" err="1"/>
            <a:t>atau</a:t>
          </a:r>
          <a:r>
            <a:rPr lang="en-US" sz="2400" kern="1200" dirty="0"/>
            <a:t> </a:t>
          </a:r>
          <a:r>
            <a:rPr lang="en-US" sz="2400" kern="1200" dirty="0" err="1"/>
            <a:t>menguji</a:t>
          </a:r>
          <a:r>
            <a:rPr lang="en-US" sz="2400" kern="1200" dirty="0"/>
            <a:t> </a:t>
          </a:r>
          <a:r>
            <a:rPr lang="en-US" sz="2400" kern="1200" dirty="0" err="1"/>
            <a:t>penjelasan</a:t>
          </a:r>
          <a:r>
            <a:rPr lang="en-US" sz="2400" kern="1200" dirty="0"/>
            <a:t> </a:t>
          </a:r>
          <a:r>
            <a:rPr lang="en-US" sz="2400" kern="1200" dirty="0" err="1"/>
            <a:t>teoritis</a:t>
          </a:r>
          <a:r>
            <a:rPr lang="en-US" sz="2400" kern="1200" dirty="0"/>
            <a:t>.</a:t>
          </a:r>
        </a:p>
      </dsp:txBody>
      <dsp:txXfrm>
        <a:off x="1433" y="3165420"/>
        <a:ext cx="3007968" cy="2233154"/>
      </dsp:txXfrm>
    </dsp:sp>
    <dsp:sp modelId="{71D752A4-D326-4784-8454-1B8C6E35B72E}">
      <dsp:nvSpPr>
        <dsp:cNvPr id="0" name=""/>
        <dsp:cNvSpPr/>
      </dsp:nvSpPr>
      <dsp:spPr>
        <a:xfrm>
          <a:off x="3535796" y="692258"/>
          <a:ext cx="1052789" cy="10527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0D9541-E288-408C-961C-9CA9BE128F18}">
      <dsp:nvSpPr>
        <dsp:cNvPr id="0" name=""/>
        <dsp:cNvSpPr/>
      </dsp:nvSpPr>
      <dsp:spPr>
        <a:xfrm>
          <a:off x="3535796" y="1947419"/>
          <a:ext cx="3007968" cy="112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i="1" kern="1200" dirty="0"/>
            <a:t>Applied Research</a:t>
          </a:r>
          <a:r>
            <a:rPr lang="id-ID" sz="2400" i="1" kern="1200" dirty="0"/>
            <a:t> (mayoritas di Informatika)</a:t>
          </a:r>
          <a:endParaRPr lang="en-US" sz="2400" kern="1200" dirty="0"/>
        </a:p>
      </dsp:txBody>
      <dsp:txXfrm>
        <a:off x="3535796" y="1947419"/>
        <a:ext cx="3007968" cy="1123875"/>
      </dsp:txXfrm>
    </dsp:sp>
    <dsp:sp modelId="{97F92D88-9212-44E1-A97E-01074FF71AB5}">
      <dsp:nvSpPr>
        <dsp:cNvPr id="0" name=""/>
        <dsp:cNvSpPr/>
      </dsp:nvSpPr>
      <dsp:spPr>
        <a:xfrm>
          <a:off x="3535796" y="3165420"/>
          <a:ext cx="3007968" cy="223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Penelitian</a:t>
          </a:r>
          <a:r>
            <a:rPr lang="en-US" sz="2400" kern="1200" dirty="0"/>
            <a:t> yang </a:t>
          </a:r>
          <a:r>
            <a:rPr lang="en-US" sz="2400" kern="1200" dirty="0" err="1"/>
            <a:t>didesain</a:t>
          </a:r>
          <a:r>
            <a:rPr lang="en-US" sz="2400" kern="1200" dirty="0"/>
            <a:t> </a:t>
          </a:r>
          <a:r>
            <a:rPr lang="en-US" sz="2400" kern="1200" dirty="0" err="1"/>
            <a:t>untuk</a:t>
          </a:r>
          <a:r>
            <a:rPr lang="en-US" sz="2400" kern="1200" dirty="0"/>
            <a:t> </a:t>
          </a:r>
          <a:r>
            <a:rPr lang="en-US" sz="2400" kern="1200" dirty="0" err="1"/>
            <a:t>menawarkan</a:t>
          </a:r>
          <a:r>
            <a:rPr lang="en-US" sz="2400" kern="1200" dirty="0"/>
            <a:t> </a:t>
          </a:r>
          <a:r>
            <a:rPr lang="en-US" sz="2400" kern="1200" dirty="0" err="1"/>
            <a:t>solusi</a:t>
          </a:r>
          <a:r>
            <a:rPr lang="en-US" sz="2400" kern="1200" dirty="0"/>
            <a:t> </a:t>
          </a:r>
          <a:r>
            <a:rPr lang="en-US" sz="2400" kern="1200" dirty="0" err="1"/>
            <a:t>praktis</a:t>
          </a:r>
          <a:r>
            <a:rPr lang="en-US" sz="2400" kern="1200" dirty="0"/>
            <a:t> </a:t>
          </a:r>
          <a:r>
            <a:rPr lang="en-US" sz="2400" kern="1200" dirty="0" err="1"/>
            <a:t>atas</a:t>
          </a:r>
          <a:r>
            <a:rPr lang="en-US" sz="2400" kern="1200" dirty="0"/>
            <a:t> </a:t>
          </a:r>
          <a:r>
            <a:rPr lang="en-US" sz="2400" kern="1200" dirty="0" err="1"/>
            <a:t>suatu</a:t>
          </a:r>
          <a:r>
            <a:rPr lang="en-US" sz="2400" kern="1200" dirty="0"/>
            <a:t> </a:t>
          </a:r>
          <a:r>
            <a:rPr lang="en-US" sz="2400" kern="1200" dirty="0" err="1"/>
            <a:t>permasalahan</a:t>
          </a:r>
          <a:r>
            <a:rPr lang="en-US" sz="2400" kern="1200" dirty="0"/>
            <a:t>.</a:t>
          </a:r>
        </a:p>
      </dsp:txBody>
      <dsp:txXfrm>
        <a:off x="3535796" y="3165420"/>
        <a:ext cx="3007968" cy="223315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4C455A-1E99-404F-A5F1-7EF935271AC0}">
      <dsp:nvSpPr>
        <dsp:cNvPr id="0" name=""/>
        <dsp:cNvSpPr/>
      </dsp:nvSpPr>
      <dsp:spPr>
        <a:xfrm>
          <a:off x="-171015" y="847091"/>
          <a:ext cx="5741533" cy="154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D38A09F-05F9-40B9-A690-60D0C9231FB2}">
      <dsp:nvSpPr>
        <dsp:cNvPr id="0" name=""/>
        <dsp:cNvSpPr/>
      </dsp:nvSpPr>
      <dsp:spPr>
        <a:xfrm>
          <a:off x="296420" y="1194771"/>
          <a:ext cx="849884" cy="8498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0DEAC1-F10C-4AA8-AF8A-BB29D26D2AB0}">
      <dsp:nvSpPr>
        <dsp:cNvPr id="0" name=""/>
        <dsp:cNvSpPr/>
      </dsp:nvSpPr>
      <dsp:spPr>
        <a:xfrm>
          <a:off x="1613741" y="847091"/>
          <a:ext cx="2583690" cy="154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38" tIns="163538" rIns="163538" bIns="1635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Quantitative / Kuantitatif</a:t>
          </a:r>
        </a:p>
      </dsp:txBody>
      <dsp:txXfrm>
        <a:off x="1613741" y="847091"/>
        <a:ext cx="2583690" cy="1545244"/>
      </dsp:txXfrm>
    </dsp:sp>
    <dsp:sp modelId="{FD3FBD00-BEFE-4FA9-9F0F-0A7398F07076}">
      <dsp:nvSpPr>
        <dsp:cNvPr id="0" name=""/>
        <dsp:cNvSpPr/>
      </dsp:nvSpPr>
      <dsp:spPr>
        <a:xfrm>
          <a:off x="3594782" y="838500"/>
          <a:ext cx="2060639" cy="154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38" tIns="163538" rIns="163538" bIns="16353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Pengumpulan</a:t>
          </a:r>
          <a:r>
            <a:rPr lang="en-US" sz="1800" kern="1200" dirty="0"/>
            <a:t> data </a:t>
          </a:r>
          <a:r>
            <a:rPr lang="en-US" sz="1800" kern="1200" dirty="0" err="1"/>
            <a:t>dalam</a:t>
          </a:r>
          <a:r>
            <a:rPr lang="en-US" sz="1800" kern="1200" dirty="0"/>
            <a:t> </a:t>
          </a:r>
          <a:r>
            <a:rPr lang="en-US" sz="1800" kern="1200" dirty="0" err="1"/>
            <a:t>bentuk</a:t>
          </a:r>
          <a:r>
            <a:rPr lang="en-US" sz="1800" kern="1200" dirty="0"/>
            <a:t> </a:t>
          </a:r>
          <a:r>
            <a:rPr lang="en-US" sz="1800" kern="1200" dirty="0" err="1"/>
            <a:t>angk</a:t>
          </a:r>
          <a:r>
            <a:rPr lang="en-US" sz="1400" kern="1200" dirty="0" err="1"/>
            <a:t>a</a:t>
          </a:r>
          <a:r>
            <a:rPr lang="en-US" sz="1400" kern="1200" dirty="0"/>
            <a:t>	</a:t>
          </a:r>
        </a:p>
      </dsp:txBody>
      <dsp:txXfrm>
        <a:off x="3594782" y="838500"/>
        <a:ext cx="2060639" cy="1545244"/>
      </dsp:txXfrm>
    </dsp:sp>
    <dsp:sp modelId="{6A7DD521-5D60-4716-833B-9CB947C5932C}">
      <dsp:nvSpPr>
        <dsp:cNvPr id="0" name=""/>
        <dsp:cNvSpPr/>
      </dsp:nvSpPr>
      <dsp:spPr>
        <a:xfrm>
          <a:off x="-171015" y="2778647"/>
          <a:ext cx="5741533" cy="154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276559C-1A1F-4B3E-A3FE-0846454FEE64}">
      <dsp:nvSpPr>
        <dsp:cNvPr id="0" name=""/>
        <dsp:cNvSpPr/>
      </dsp:nvSpPr>
      <dsp:spPr>
        <a:xfrm>
          <a:off x="296420" y="3126326"/>
          <a:ext cx="849884" cy="8498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210AF4-82E5-4CDC-846C-3D2D2EE29DCF}">
      <dsp:nvSpPr>
        <dsp:cNvPr id="0" name=""/>
        <dsp:cNvSpPr/>
      </dsp:nvSpPr>
      <dsp:spPr>
        <a:xfrm>
          <a:off x="1613741" y="2778647"/>
          <a:ext cx="2583690" cy="154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38" tIns="163538" rIns="163538" bIns="1635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Qualitative / Kualitatif</a:t>
          </a:r>
        </a:p>
      </dsp:txBody>
      <dsp:txXfrm>
        <a:off x="1613741" y="2778647"/>
        <a:ext cx="2583690" cy="1545244"/>
      </dsp:txXfrm>
    </dsp:sp>
    <dsp:sp modelId="{D79E1ECD-410D-4FAD-A6C5-6146A0151DE8}">
      <dsp:nvSpPr>
        <dsp:cNvPr id="0" name=""/>
        <dsp:cNvSpPr/>
      </dsp:nvSpPr>
      <dsp:spPr>
        <a:xfrm>
          <a:off x="3581825" y="2778647"/>
          <a:ext cx="1943620" cy="1545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38" tIns="163538" rIns="163538" bIns="16353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Pengumpulan</a:t>
          </a:r>
          <a:r>
            <a:rPr lang="en-US" sz="1800" kern="1200" dirty="0"/>
            <a:t> data </a:t>
          </a:r>
          <a:r>
            <a:rPr lang="en-US" sz="1800" kern="1200" dirty="0" err="1"/>
            <a:t>dalam</a:t>
          </a:r>
          <a:r>
            <a:rPr lang="en-US" sz="1800" kern="1200" dirty="0"/>
            <a:t> </a:t>
          </a:r>
          <a:r>
            <a:rPr lang="en-US" sz="1800" kern="1200" dirty="0" err="1"/>
            <a:t>bentuk</a:t>
          </a:r>
          <a:r>
            <a:rPr lang="en-US" sz="1800" kern="1200" dirty="0"/>
            <a:t> kata – kata </a:t>
          </a:r>
          <a:r>
            <a:rPr lang="en-US" sz="1800" kern="1200" dirty="0" err="1"/>
            <a:t>atau</a:t>
          </a:r>
          <a:r>
            <a:rPr lang="en-US" sz="1800" kern="1200" dirty="0"/>
            <a:t> </a:t>
          </a:r>
          <a:r>
            <a:rPr lang="en-US" sz="1800" kern="1200" dirty="0" err="1"/>
            <a:t>gambar</a:t>
          </a:r>
          <a:endParaRPr lang="en-US" sz="1800" kern="1200" dirty="0"/>
        </a:p>
      </dsp:txBody>
      <dsp:txXfrm>
        <a:off x="3581825" y="2778647"/>
        <a:ext cx="1943620" cy="1545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73AA2-FC3D-46DA-B852-76920C7AAC81}" type="datetimeFigureOut">
              <a:rPr lang="id-ID" smtClean="0"/>
              <a:t>06/02/2019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4396C-A776-407A-A636-0A0A738F91F8}" type="slidenum">
              <a:rPr lang="id-ID" smtClean="0"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id-ID" dirty="0"/>
              <a:t>Bertanya</a:t>
            </a:r>
            <a:r>
              <a:rPr lang="id-ID" baseline="0" dirty="0"/>
              <a:t> kepada sejumlah besar mahasiswa</a:t>
            </a:r>
          </a:p>
          <a:p>
            <a:pPr marL="228600" indent="-228600">
              <a:buAutoNum type="arabicPeriod"/>
            </a:pPr>
            <a:r>
              <a:rPr lang="id-ID" baseline="0" dirty="0"/>
              <a:t>Cari literatur kesehatan, atau lakukan eksperimen</a:t>
            </a:r>
          </a:p>
          <a:p>
            <a:pPr marL="228600" indent="-228600">
              <a:buAutoNum type="arabicPeriod"/>
            </a:pPr>
            <a:r>
              <a:rPr lang="id-ID" baseline="0" dirty="0"/>
              <a:t>Survey kepada industri, atau kepada alumni</a:t>
            </a:r>
          </a:p>
          <a:p>
            <a:pPr marL="228600" indent="-228600">
              <a:buAutoNum type="arabicPeriod"/>
            </a:pPr>
            <a:r>
              <a:rPr lang="id-ID" baseline="0" dirty="0"/>
              <a:t>Lakukan eksperimen atau baca hasil penelitian orang lain</a:t>
            </a:r>
          </a:p>
          <a:p>
            <a:pPr marL="228600" indent="-228600">
              <a:buAutoNum type="arabicPeriod"/>
            </a:pPr>
            <a:r>
              <a:rPr lang="id-ID" baseline="0" dirty="0"/>
              <a:t>Idem no 4.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4396C-A776-407A-A636-0A0A738F91F8}" type="slidenum">
              <a:rPr lang="id-ID" smtClean="0"/>
              <a:t>6</a:t>
            </a:fld>
            <a:endParaRPr lang="id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id-ID" dirty="0"/>
              <a:t>Bertanya</a:t>
            </a:r>
            <a:r>
              <a:rPr lang="id-ID" baseline="0" dirty="0"/>
              <a:t> kepada sejumlah besar mahasiswa</a:t>
            </a:r>
          </a:p>
          <a:p>
            <a:pPr marL="228600" indent="-228600">
              <a:buAutoNum type="arabicPeriod"/>
            </a:pPr>
            <a:r>
              <a:rPr lang="id-ID" baseline="0" dirty="0"/>
              <a:t>Cari literatur kesehatan, atau lakukan eksperimen</a:t>
            </a:r>
          </a:p>
          <a:p>
            <a:pPr marL="228600" indent="-228600">
              <a:buAutoNum type="arabicPeriod"/>
            </a:pPr>
            <a:r>
              <a:rPr lang="id-ID" baseline="0" dirty="0"/>
              <a:t>Survey kepada industri, atau kepada alumni</a:t>
            </a:r>
          </a:p>
          <a:p>
            <a:pPr marL="228600" indent="-228600">
              <a:buAutoNum type="arabicPeriod"/>
            </a:pPr>
            <a:r>
              <a:rPr lang="id-ID" baseline="0" dirty="0"/>
              <a:t>Lakukan eksperimen atau baca hasil penelitian orang lain</a:t>
            </a:r>
          </a:p>
          <a:p>
            <a:pPr marL="228600" indent="-228600">
              <a:buAutoNum type="arabicPeriod"/>
            </a:pPr>
            <a:r>
              <a:rPr lang="id-ID" baseline="0" dirty="0"/>
              <a:t>Idem no 4.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4396C-A776-407A-A636-0A0A738F91F8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0039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4396C-A776-407A-A636-0A0A738F91F8}" type="slidenum">
              <a:rPr lang="id-ID" smtClean="0"/>
              <a:t>8</a:t>
            </a:fld>
            <a:endParaRPr lang="id-ID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id-ID" dirty="0"/>
              <a:t>Lakukan eksperimen,</a:t>
            </a:r>
            <a:r>
              <a:rPr lang="id-ID" baseline="0" dirty="0"/>
              <a:t> baca literatur</a:t>
            </a:r>
          </a:p>
          <a:p>
            <a:pPr marL="228600" indent="-228600">
              <a:buAutoNum type="arabicPeriod"/>
            </a:pPr>
            <a:r>
              <a:rPr lang="id-ID" baseline="0" dirty="0"/>
              <a:t>Baca literatur yang berhubungan dengan teori, eksperimen</a:t>
            </a:r>
          </a:p>
          <a:p>
            <a:pPr marL="228600" indent="-228600">
              <a:buAutoNum type="arabicPeriod"/>
            </a:pPr>
            <a:r>
              <a:rPr lang="id-ID" baseline="0" dirty="0"/>
              <a:t>Eksperimen atau baca literatur</a:t>
            </a:r>
          </a:p>
          <a:p>
            <a:pPr marL="228600" indent="-228600">
              <a:buAutoNum type="arabicPeriod"/>
            </a:pPr>
            <a:r>
              <a:rPr lang="id-ID" baseline="0" dirty="0"/>
              <a:t>Idem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4396C-A776-407A-A636-0A0A738F91F8}" type="slidenum">
              <a:rPr lang="id-ID" smtClean="0"/>
              <a:t>9</a:t>
            </a:fld>
            <a:endParaRPr lang="id-ID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4396C-A776-407A-A636-0A0A738F91F8}" type="slidenum">
              <a:rPr lang="id-ID" smtClean="0"/>
              <a:t>10</a:t>
            </a:fld>
            <a:endParaRPr lang="id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1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8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8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4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2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5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3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4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8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8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70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23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7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06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0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458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6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744E1C-4540-48D2-AC33-2EEA67550097}" type="datetimeFigureOut">
              <a:rPr lang="en-US" smtClean="0"/>
              <a:pPr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2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04767" y="2750257"/>
            <a:ext cx="6734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>
                <a:latin typeface="Helvetica" charset="0"/>
                <a:ea typeface="Helvetica" charset="0"/>
                <a:cs typeface="Helvetica" charset="0"/>
              </a:rPr>
              <a:t>Metodologi Penelitian</a:t>
            </a:r>
            <a:endParaRPr lang="en-US" sz="4800" b="1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4767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Teknik Informatika Ubaya, 201</a:t>
            </a:r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7426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5E50-64EA-4084-9043-21E54D3D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 err="1"/>
              <a:t>Siapa</a:t>
            </a:r>
            <a:r>
              <a:rPr lang="en-US" dirty="0"/>
              <a:t> yang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???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6AC722-04CD-473F-A942-9C8C8E1573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810278"/>
              </p:ext>
            </p:extLst>
          </p:nvPr>
        </p:nvGraphicFramePr>
        <p:xfrm>
          <a:off x="685800" y="2406400"/>
          <a:ext cx="10131425" cy="4025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337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38351" y="609601"/>
            <a:ext cx="7598569" cy="1456267"/>
          </a:xfrm>
        </p:spPr>
        <p:txBody>
          <a:bodyPr>
            <a:normAutofit/>
          </a:bodyPr>
          <a:lstStyle/>
          <a:p>
            <a:r>
              <a:rPr lang="id-ID" dirty="0"/>
              <a:t>Kontrak Perkuliahan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41EE392-C880-44FC-87AC-C0F8A48A3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202661"/>
              </p:ext>
            </p:extLst>
          </p:nvPr>
        </p:nvGraphicFramePr>
        <p:xfrm>
          <a:off x="2038350" y="2406401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38351" y="609601"/>
            <a:ext cx="7598569" cy="1456267"/>
          </a:xfrm>
        </p:spPr>
        <p:txBody>
          <a:bodyPr>
            <a:normAutofit/>
          </a:bodyPr>
          <a:lstStyle/>
          <a:p>
            <a:r>
              <a:rPr lang="id-ID" dirty="0"/>
              <a:t>Kontrak Perkuliahan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41EE392-C880-44FC-87AC-C0F8A48A3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349815"/>
              </p:ext>
            </p:extLst>
          </p:nvPr>
        </p:nvGraphicFramePr>
        <p:xfrm>
          <a:off x="1402080" y="2406401"/>
          <a:ext cx="9204960" cy="3445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659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568"/>
            <a:ext cx="12188825" cy="6856214"/>
          </a:xfrm>
          <a:prstGeom prst="rect">
            <a:avLst/>
          </a:pr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0541643" cy="68580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2" y="253139"/>
            <a:ext cx="7739741" cy="922867"/>
          </a:xfrm>
        </p:spPr>
        <p:txBody>
          <a:bodyPr anchor="b">
            <a:normAutofit/>
          </a:bodyPr>
          <a:lstStyle/>
          <a:p>
            <a:r>
              <a:rPr lang="id-ID" sz="3200"/>
              <a:t>Komponen Penilaian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3" y="1817423"/>
            <a:ext cx="8305798" cy="470000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d-ID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Komponen penilaian UTS :</a:t>
            </a:r>
          </a:p>
          <a:p>
            <a:pPr>
              <a:buFontTx/>
              <a:buChar char="-"/>
            </a:pPr>
            <a:r>
              <a:rPr lang="id-ID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35 % tugas </a:t>
            </a:r>
          </a:p>
          <a:p>
            <a:pPr>
              <a:buFontTx/>
              <a:buChar char="-"/>
            </a:pPr>
            <a:r>
              <a:rPr lang="id-ID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65 % tugas UTS (membuat proposal ) </a:t>
            </a:r>
          </a:p>
          <a:p>
            <a:pPr>
              <a:buNone/>
            </a:pPr>
            <a:r>
              <a:rPr lang="id-ID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Penilaian meliputi ketepatan waktu pengumpulan proposal, isi proposal, tata tulis, persetujuan calon dosen pembimbing, persetujuan reviewer</a:t>
            </a:r>
          </a:p>
          <a:p>
            <a:pPr>
              <a:buNone/>
            </a:pPr>
            <a:r>
              <a:rPr lang="id-ID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Komponen penilaian UAS :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35 %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tugas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65</a:t>
            </a:r>
            <a:r>
              <a:rPr lang="id-ID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% tugas UAS (membuat bab 1 – 3 buku Tugas Akhir dan mempresentasikannya)</a:t>
            </a:r>
          </a:p>
          <a:p>
            <a:pPr>
              <a:buNone/>
            </a:pPr>
            <a:endParaRPr lang="id-ID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37288" y="365127"/>
            <a:ext cx="8218094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d-ID" sz="2800" dirty="0"/>
              <a:t>Apa yang dapat dilakukan untuk</a:t>
            </a:r>
            <a:br>
              <a:rPr lang="id-ID" sz="2800" dirty="0"/>
            </a:br>
            <a:r>
              <a:rPr lang="id-ID" sz="2800" dirty="0"/>
              <a:t>menjawab pertanyaan berikut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2650" y="2064327"/>
            <a:ext cx="7886700" cy="411263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dirty="0" err="1"/>
              <a:t>Apakah</a:t>
            </a:r>
            <a:r>
              <a:rPr lang="en-US" sz="2800" dirty="0"/>
              <a:t> </a:t>
            </a:r>
            <a:r>
              <a:rPr lang="en-US" sz="2800" dirty="0" err="1"/>
              <a:t>mahasiswa</a:t>
            </a:r>
            <a:r>
              <a:rPr lang="en-US" sz="2800" dirty="0"/>
              <a:t> </a:t>
            </a:r>
            <a:r>
              <a:rPr lang="en-US" sz="2800" dirty="0" err="1"/>
              <a:t>biasa</a:t>
            </a:r>
            <a:r>
              <a:rPr lang="en-US" sz="2800" dirty="0"/>
              <a:t> </a:t>
            </a:r>
            <a:r>
              <a:rPr lang="en-US" sz="2800" dirty="0" err="1"/>
              <a:t>sarapan</a:t>
            </a:r>
            <a:r>
              <a:rPr lang="en-US" sz="2800" dirty="0"/>
              <a:t> </a:t>
            </a:r>
            <a:r>
              <a:rPr lang="en-US" sz="2800" dirty="0" err="1"/>
              <a:t>pagi</a:t>
            </a:r>
            <a:r>
              <a:rPr lang="en-US" sz="2800" dirty="0"/>
              <a:t> 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Apakah</a:t>
            </a:r>
            <a:r>
              <a:rPr lang="en-US" sz="2800" dirty="0"/>
              <a:t> </a:t>
            </a:r>
            <a:r>
              <a:rPr lang="en-US" sz="2800" dirty="0" err="1"/>
              <a:t>sarapan</a:t>
            </a:r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dirty="0" err="1"/>
              <a:t>berat</a:t>
            </a:r>
            <a:r>
              <a:rPr lang="en-US" sz="2800" dirty="0"/>
              <a:t> </a:t>
            </a:r>
            <a:r>
              <a:rPr lang="en-US" sz="2800" dirty="0" err="1"/>
              <a:t>badan</a:t>
            </a:r>
            <a:r>
              <a:rPr lang="en-US" sz="2800" dirty="0"/>
              <a:t> </a:t>
            </a:r>
            <a:r>
              <a:rPr lang="en-US" sz="2800" dirty="0" err="1"/>
              <a:t>naik</a:t>
            </a:r>
            <a:r>
              <a:rPr lang="en-US" sz="2800" dirty="0"/>
              <a:t> 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Jenis</a:t>
            </a:r>
            <a:r>
              <a:rPr lang="en-US" sz="2800" dirty="0"/>
              <a:t> </a:t>
            </a:r>
            <a:r>
              <a:rPr lang="en-US" sz="2800" dirty="0" err="1"/>
              <a:t>kelamin</a:t>
            </a:r>
            <a:r>
              <a:rPr lang="en-US" sz="2800" dirty="0"/>
              <a:t> </a:t>
            </a:r>
            <a:r>
              <a:rPr lang="en-US" sz="2800" dirty="0" err="1"/>
              <a:t>apa</a:t>
            </a:r>
            <a:r>
              <a:rPr lang="en-US" sz="2800" dirty="0"/>
              <a:t> yang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baik</a:t>
            </a:r>
            <a:r>
              <a:rPr lang="id-ID" sz="2800" dirty="0"/>
              <a:t> dalam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multitasking ?</a:t>
            </a:r>
            <a:endParaRPr lang="id-ID" sz="2800" dirty="0"/>
          </a:p>
          <a:p>
            <a:pPr marL="514350" indent="-514350">
              <a:buAutoNum type="arabicPeriod"/>
            </a:pPr>
            <a:r>
              <a:rPr lang="id-ID" sz="2800" dirty="0"/>
              <a:t>Apakah benar bahwa rokok merusak kesehatan ?</a:t>
            </a: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37288" y="365127"/>
            <a:ext cx="8218094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d-ID" sz="2800" dirty="0"/>
              <a:t>Apa yang dapat dilakukan untuk</a:t>
            </a:r>
            <a:br>
              <a:rPr lang="id-ID" sz="2800" dirty="0"/>
            </a:br>
            <a:r>
              <a:rPr lang="id-ID" sz="2800" dirty="0"/>
              <a:t>menjawab pertanyaan berikut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2650" y="2064327"/>
            <a:ext cx="7886700" cy="4112636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id-ID" sz="2800" dirty="0"/>
              <a:t>Apa yang harus dilakukan agar pesawat kertas dapat terbang lebih jauh ?</a:t>
            </a:r>
          </a:p>
          <a:p>
            <a:pPr marL="514350" indent="-514350">
              <a:buAutoNum type="arabicPeriod"/>
            </a:pPr>
            <a:r>
              <a:rPr lang="id-ID" sz="2800" dirty="0"/>
              <a:t>Apakah barang yang lebih berat akan sampai ke tanah lebih dahulu daripada barang yang lebih ringan ?</a:t>
            </a:r>
          </a:p>
          <a:p>
            <a:pPr marL="514350" indent="-514350">
              <a:buAutoNum type="arabicPeriod"/>
            </a:pPr>
            <a:r>
              <a:rPr lang="id-ID" sz="2800" dirty="0"/>
              <a:t>Apakah kopi menimbulkan efek negatif atau positif terhadap kesehatan ?</a:t>
            </a:r>
          </a:p>
          <a:p>
            <a:pPr marL="514350" indent="-514350">
              <a:buAutoNum type="arabicPeriod"/>
            </a:pPr>
            <a:r>
              <a:rPr lang="id-ID" sz="2800" dirty="0"/>
              <a:t>Apakah efek dari blue light terhadap anak-anak dan orang dewasa ?</a:t>
            </a:r>
          </a:p>
        </p:txBody>
      </p:sp>
    </p:spTree>
    <p:extLst>
      <p:ext uri="{BB962C8B-B14F-4D97-AF65-F5344CB8AC3E}">
        <p14:creationId xmlns:p14="http://schemas.microsoft.com/office/powerpoint/2010/main" val="93138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id-ID">
                <a:solidFill>
                  <a:schemeClr val="bg1"/>
                </a:solidFill>
              </a:rPr>
              <a:t>Definisi Penelitian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1" y="2592572"/>
            <a:ext cx="10820400" cy="3198627"/>
          </a:xfrm>
        </p:spPr>
        <p:txBody>
          <a:bodyPr>
            <a:normAutofit/>
          </a:bodyPr>
          <a:lstStyle/>
          <a:p>
            <a:r>
              <a:rPr lang="id-ID" sz="4000" dirty="0"/>
              <a:t>Aktivitas yang dilakukan untuk menemukan jawaban atas pertanyaan tertentu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err="1"/>
              <a:t>Alternatif</a:t>
            </a:r>
            <a:r>
              <a:rPr lang="en-US"/>
              <a:t> </a:t>
            </a:r>
            <a:r>
              <a:rPr lang="en-US" err="1"/>
              <a:t>Proses</a:t>
            </a:r>
            <a:r>
              <a:rPr lang="en-US"/>
              <a:t> </a:t>
            </a:r>
            <a:r>
              <a:rPr lang="en-US" err="1"/>
              <a:t>Pencarian</a:t>
            </a:r>
            <a:r>
              <a:rPr lang="en-US"/>
              <a:t> </a:t>
            </a:r>
            <a:r>
              <a:rPr lang="en-US" err="1"/>
              <a:t>Jawaban</a:t>
            </a:r>
            <a:endParaRPr lang="id-ID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err="1"/>
              <a:t>Sejumlah</a:t>
            </a:r>
            <a:r>
              <a:rPr lang="en-US" sz="2800" dirty="0"/>
              <a:t> </a:t>
            </a:r>
            <a:r>
              <a:rPr lang="en-US" sz="2800" dirty="0" err="1"/>
              <a:t>sumber</a:t>
            </a:r>
            <a:r>
              <a:rPr lang="en-US" sz="2800" dirty="0"/>
              <a:t> </a:t>
            </a:r>
            <a:r>
              <a:rPr lang="en-US" sz="2800" dirty="0" err="1"/>
              <a:t>jawaban</a:t>
            </a:r>
            <a:r>
              <a:rPr lang="en-US" sz="2800" dirty="0"/>
              <a:t> :</a:t>
            </a:r>
          </a:p>
          <a:p>
            <a:r>
              <a:rPr lang="en-US" sz="2800" dirty="0" err="1"/>
              <a:t>Otoritas</a:t>
            </a:r>
            <a:endParaRPr lang="en-US" sz="2800" dirty="0"/>
          </a:p>
          <a:p>
            <a:r>
              <a:rPr lang="en-US" sz="2800" dirty="0" err="1"/>
              <a:t>Tradisi</a:t>
            </a:r>
            <a:endParaRPr lang="en-US" sz="2800" dirty="0"/>
          </a:p>
          <a:p>
            <a:r>
              <a:rPr lang="en-US" sz="2800" dirty="0"/>
              <a:t>Akal </a:t>
            </a:r>
            <a:r>
              <a:rPr lang="en-US" sz="2800" dirty="0" err="1"/>
              <a:t>Sehat</a:t>
            </a:r>
            <a:r>
              <a:rPr lang="en-US" sz="2800" dirty="0"/>
              <a:t> (Common Sense)</a:t>
            </a:r>
          </a:p>
          <a:p>
            <a:r>
              <a:rPr lang="en-US" sz="2800" dirty="0" err="1"/>
              <a:t>Mitos</a:t>
            </a:r>
            <a:r>
              <a:rPr lang="en-US" sz="2800" dirty="0"/>
              <a:t> Media Massa</a:t>
            </a:r>
          </a:p>
          <a:p>
            <a:r>
              <a:rPr lang="en-US" sz="2800" dirty="0" err="1"/>
              <a:t>Pengalaman</a:t>
            </a:r>
            <a:r>
              <a:rPr lang="en-US" sz="2800" dirty="0"/>
              <a:t> </a:t>
            </a:r>
            <a:r>
              <a:rPr lang="en-US" sz="2800" dirty="0" err="1"/>
              <a:t>Pribadi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Otoritas</a:t>
            </a:r>
            <a:endParaRPr lang="id-ID" dirty="0">
              <a:solidFill>
                <a:srgbClr val="FFFFFF"/>
              </a:solidFill>
            </a:endParaRP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605D0B01-42AC-4EE0-B893-CC3172096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893594"/>
              </p:ext>
            </p:extLst>
          </p:nvPr>
        </p:nvGraphicFramePr>
        <p:xfrm>
          <a:off x="4808601" y="901699"/>
          <a:ext cx="6545199" cy="5578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845162" cy="68580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1" y="500743"/>
            <a:ext cx="7402285" cy="1360714"/>
          </a:xfrm>
        </p:spPr>
        <p:txBody>
          <a:bodyPr>
            <a:normAutofit/>
          </a:bodyPr>
          <a:lstStyle/>
          <a:p>
            <a:r>
              <a:rPr lang="en-US"/>
              <a:t>Tradisi</a:t>
            </a:r>
            <a:endParaRPr lang="id-ID"/>
          </a:p>
        </p:txBody>
      </p:sp>
      <p:sp>
        <p:nvSpPr>
          <p:cNvPr id="23" name="Content Placeholder 3"/>
          <p:cNvSpPr>
            <a:spLocks noGrp="1"/>
          </p:cNvSpPr>
          <p:nvPr>
            <p:ph idx="1"/>
          </p:nvPr>
        </p:nvSpPr>
        <p:spPr>
          <a:xfrm>
            <a:off x="685801" y="1861457"/>
            <a:ext cx="7402285" cy="4694326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dirty="0" err="1"/>
              <a:t>Ketika</a:t>
            </a:r>
            <a:r>
              <a:rPr lang="en-US" sz="2800" dirty="0"/>
              <a:t> </a:t>
            </a:r>
            <a:r>
              <a:rPr lang="en-US" sz="2800" dirty="0" err="1"/>
              <a:t>kita</a:t>
            </a:r>
            <a:r>
              <a:rPr lang="en-US" sz="2800" dirty="0"/>
              <a:t> </a:t>
            </a:r>
            <a:r>
              <a:rPr lang="en-US" sz="2800" dirty="0" err="1"/>
              <a:t>menerima</a:t>
            </a:r>
            <a:r>
              <a:rPr lang="en-US" sz="2800" dirty="0"/>
              <a:t> </a:t>
            </a:r>
            <a:r>
              <a:rPr lang="en-US" sz="2800" dirty="0" err="1"/>
              <a:t>sesuatu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benar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endParaRPr lang="id-ID" sz="2800" dirty="0"/>
          </a:p>
          <a:p>
            <a:pPr>
              <a:lnSpc>
                <a:spcPct val="90000"/>
              </a:lnSpc>
              <a:buNone/>
            </a:pPr>
            <a:r>
              <a:rPr lang="en-US" sz="2800" dirty="0" err="1"/>
              <a:t>hal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yang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diakui</a:t>
            </a:r>
            <a:r>
              <a:rPr lang="en-US" sz="2800" dirty="0"/>
              <a:t> </a:t>
            </a:r>
            <a:r>
              <a:rPr lang="en-US" sz="2800" dirty="0" err="1"/>
              <a:t>benar</a:t>
            </a:r>
            <a:r>
              <a:rPr lang="en-US" sz="2800" dirty="0"/>
              <a:t> </a:t>
            </a:r>
            <a:r>
              <a:rPr lang="en-US" sz="2800" dirty="0" err="1"/>
              <a:t>selama</a:t>
            </a:r>
            <a:r>
              <a:rPr lang="en-US" sz="2800" dirty="0"/>
              <a:t> </a:t>
            </a:r>
            <a:endParaRPr lang="id-ID" sz="2800" dirty="0"/>
          </a:p>
          <a:p>
            <a:pPr>
              <a:lnSpc>
                <a:spcPct val="90000"/>
              </a:lnSpc>
              <a:buNone/>
            </a:pPr>
            <a:r>
              <a:rPr lang="en-US" sz="2800" dirty="0" err="1"/>
              <a:t>ini</a:t>
            </a:r>
            <a:r>
              <a:rPr lang="en-US" sz="2800" dirty="0"/>
              <a:t>.</a:t>
            </a:r>
          </a:p>
          <a:p>
            <a:pPr>
              <a:lnSpc>
                <a:spcPct val="90000"/>
              </a:lnSpc>
              <a:buNone/>
            </a:pPr>
            <a:endParaRPr lang="en-US" sz="2800" dirty="0"/>
          </a:p>
          <a:p>
            <a:pPr>
              <a:lnSpc>
                <a:spcPct val="90000"/>
              </a:lnSpc>
              <a:buNone/>
            </a:pPr>
            <a:r>
              <a:rPr lang="en-US" sz="2800" dirty="0" err="1"/>
              <a:t>Contoh</a:t>
            </a:r>
            <a:r>
              <a:rPr lang="en-US" sz="2800" dirty="0"/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id-ID" sz="2800" dirty="0"/>
              <a:t>Jika seorang ibu hamil menginginkan sesuatu, maka </a:t>
            </a:r>
          </a:p>
          <a:p>
            <a:pPr>
              <a:lnSpc>
                <a:spcPct val="90000"/>
              </a:lnSpc>
              <a:buNone/>
            </a:pPr>
            <a:r>
              <a:rPr lang="id-ID" sz="2800" dirty="0"/>
              <a:t>hal itu harus dituruti</a:t>
            </a:r>
          </a:p>
          <a:p>
            <a:pPr>
              <a:lnSpc>
                <a:spcPct val="90000"/>
              </a:lnSpc>
              <a:buNone/>
            </a:pPr>
            <a:r>
              <a:rPr lang="id-ID" sz="2800" dirty="0"/>
              <a:t>Setelah makan durian, sebaiknya minum air yang </a:t>
            </a:r>
          </a:p>
          <a:p>
            <a:pPr>
              <a:lnSpc>
                <a:spcPct val="90000"/>
              </a:lnSpc>
              <a:buNone/>
            </a:pPr>
            <a:r>
              <a:rPr lang="id-ID" sz="2800" dirty="0"/>
              <a:t>diletakkan di bagian dalam kulit durian</a:t>
            </a:r>
            <a:endParaRPr lang="en-US" sz="2800" dirty="0"/>
          </a:p>
          <a:p>
            <a:pPr>
              <a:lnSpc>
                <a:spcPct val="90000"/>
              </a:lnSpc>
            </a:pPr>
            <a:endParaRPr lang="id-ID" sz="1700" dirty="0"/>
          </a:p>
          <a:p>
            <a:pPr>
              <a:lnSpc>
                <a:spcPct val="90000"/>
              </a:lnSpc>
              <a:buNone/>
            </a:pPr>
            <a:endParaRPr lang="id-ID" sz="1700" dirty="0"/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Akal </a:t>
            </a:r>
            <a:r>
              <a:rPr lang="en-US" dirty="0" err="1"/>
              <a:t>Sehat</a:t>
            </a:r>
            <a:r>
              <a:rPr lang="en-US" dirty="0"/>
              <a:t> (Common Sense)</a:t>
            </a:r>
            <a:endParaRPr lang="id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Autofit/>
          </a:bodyPr>
          <a:lstStyle/>
          <a:p>
            <a:r>
              <a:rPr lang="en-US" sz="2800" dirty="0" err="1"/>
              <a:t>Ketika</a:t>
            </a:r>
            <a:r>
              <a:rPr lang="en-US" sz="2800" dirty="0"/>
              <a:t> </a:t>
            </a:r>
            <a:r>
              <a:rPr lang="en-US" sz="2800" dirty="0" err="1"/>
              <a:t>penentuan</a:t>
            </a:r>
            <a:r>
              <a:rPr lang="en-US" sz="2800" dirty="0"/>
              <a:t> </a:t>
            </a:r>
            <a:r>
              <a:rPr lang="en-US" sz="2800" dirty="0" err="1"/>
              <a:t>kebenaran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</a:t>
            </a:r>
            <a:r>
              <a:rPr lang="en-US" sz="2800" dirty="0" err="1"/>
              <a:t>berdasarkan</a:t>
            </a:r>
            <a:r>
              <a:rPr lang="en-US" sz="2800" dirty="0"/>
              <a:t> </a:t>
            </a:r>
            <a:r>
              <a:rPr lang="en-US" sz="2800" dirty="0" err="1"/>
              <a:t>hal</a:t>
            </a:r>
            <a:r>
              <a:rPr lang="en-US" sz="2800" dirty="0"/>
              <a:t> yang </a:t>
            </a:r>
            <a:r>
              <a:rPr lang="en-US" sz="2800" dirty="0" err="1"/>
              <a:t>sepertinya</a:t>
            </a:r>
            <a:r>
              <a:rPr lang="en-US" sz="2800" dirty="0"/>
              <a:t> </a:t>
            </a:r>
            <a:r>
              <a:rPr lang="en-US" sz="2800" dirty="0" err="1"/>
              <a:t>diketahui</a:t>
            </a:r>
            <a:r>
              <a:rPr lang="en-US" sz="2800" dirty="0"/>
              <a:t> </a:t>
            </a:r>
            <a:r>
              <a:rPr lang="en-US" sz="2800" dirty="0" err="1"/>
              <a:t>semua</a:t>
            </a:r>
            <a:r>
              <a:rPr lang="en-US" sz="2800" dirty="0"/>
              <a:t> orang dan </a:t>
            </a:r>
            <a:r>
              <a:rPr lang="en-US" sz="2800" dirty="0" err="1"/>
              <a:t>masuk</a:t>
            </a:r>
            <a:r>
              <a:rPr lang="en-US" sz="2800" dirty="0"/>
              <a:t> </a:t>
            </a:r>
            <a:r>
              <a:rPr lang="en-US" sz="2800" dirty="0" err="1"/>
              <a:t>akal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Penting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kehidupan</a:t>
            </a:r>
            <a:r>
              <a:rPr lang="en-US" sz="2800" dirty="0"/>
              <a:t> </a:t>
            </a:r>
            <a:r>
              <a:rPr lang="en-US" sz="2800" dirty="0" err="1"/>
              <a:t>sehari</a:t>
            </a:r>
            <a:r>
              <a:rPr lang="en-US" sz="2800" dirty="0"/>
              <a:t> – </a:t>
            </a:r>
            <a:r>
              <a:rPr lang="en-US" sz="2800" dirty="0" err="1"/>
              <a:t>hari</a:t>
            </a:r>
            <a:r>
              <a:rPr lang="en-US" sz="2800" dirty="0"/>
              <a:t> </a:t>
            </a:r>
            <a:r>
              <a:rPr lang="en-US" sz="2800" dirty="0" err="1"/>
              <a:t>namun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menimbulkan</a:t>
            </a:r>
            <a:r>
              <a:rPr lang="en-US" sz="2800" dirty="0"/>
              <a:t> </a:t>
            </a:r>
            <a:r>
              <a:rPr lang="en-US" sz="2800" dirty="0" err="1"/>
              <a:t>logika</a:t>
            </a:r>
            <a:r>
              <a:rPr lang="en-US" sz="2800" dirty="0"/>
              <a:t> </a:t>
            </a:r>
            <a:r>
              <a:rPr lang="en-US" sz="2800" dirty="0" err="1"/>
              <a:t>pemikiran</a:t>
            </a:r>
            <a:r>
              <a:rPr lang="en-US" sz="2800" dirty="0"/>
              <a:t> yang salah (logical fallacy)</a:t>
            </a:r>
          </a:p>
          <a:p>
            <a:r>
              <a:rPr lang="en-US" sz="2800" dirty="0" err="1"/>
              <a:t>Contoh</a:t>
            </a:r>
            <a:r>
              <a:rPr lang="en-US" sz="2800" dirty="0"/>
              <a:t>: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 dirty="0" err="1"/>
              <a:t>tingkat</a:t>
            </a:r>
            <a:r>
              <a:rPr lang="en-US" sz="2800" dirty="0"/>
              <a:t> </a:t>
            </a:r>
            <a:r>
              <a:rPr lang="en-US" sz="2800" dirty="0" err="1"/>
              <a:t>pembunuhan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besar</a:t>
            </a:r>
            <a:r>
              <a:rPr lang="en-US" sz="2800" dirty="0"/>
              <a:t> </a:t>
            </a:r>
            <a:r>
              <a:rPr lang="en-US" sz="2800" dirty="0" err="1"/>
              <a:t>di</a:t>
            </a:r>
            <a:r>
              <a:rPr lang="en-US" sz="2800" dirty="0"/>
              <a:t> </a:t>
            </a:r>
            <a:r>
              <a:rPr lang="en-US" sz="2800" dirty="0" err="1"/>
              <a:t>negara</a:t>
            </a:r>
            <a:r>
              <a:rPr lang="en-US" sz="2800" dirty="0"/>
              <a:t> yang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mengenal</a:t>
            </a:r>
            <a:r>
              <a:rPr lang="en-US" sz="2800" dirty="0"/>
              <a:t> </a:t>
            </a:r>
            <a:r>
              <a:rPr lang="en-US" sz="2800" dirty="0" err="1"/>
              <a:t>hukuman</a:t>
            </a:r>
            <a:r>
              <a:rPr lang="en-US" sz="2800" dirty="0"/>
              <a:t> </a:t>
            </a:r>
            <a:r>
              <a:rPr lang="en-US" sz="2800" dirty="0" err="1"/>
              <a:t>mati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orang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id-ID" sz="2800" dirty="0"/>
              <a:t>takut melakukan</a:t>
            </a:r>
            <a:r>
              <a:rPr lang="en-US" sz="2800" dirty="0"/>
              <a:t> </a:t>
            </a:r>
            <a:r>
              <a:rPr lang="en-US" sz="2800" dirty="0" err="1"/>
              <a:t>pembunuhan</a:t>
            </a:r>
            <a:r>
              <a:rPr lang="en-US" sz="2800" dirty="0"/>
              <a:t>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terdapat</a:t>
            </a:r>
            <a:r>
              <a:rPr lang="en-US" sz="2800" dirty="0"/>
              <a:t> </a:t>
            </a:r>
            <a:r>
              <a:rPr lang="en-US" sz="2800" dirty="0" err="1"/>
              <a:t>hukuman</a:t>
            </a:r>
            <a:r>
              <a:rPr lang="en-US" sz="2800" dirty="0"/>
              <a:t> </a:t>
            </a:r>
            <a:r>
              <a:rPr lang="en-US" sz="2800" dirty="0" err="1"/>
              <a:t>mati</a:t>
            </a:r>
            <a:r>
              <a:rPr lang="en-US" sz="2800" dirty="0"/>
              <a:t> </a:t>
            </a:r>
            <a:r>
              <a:rPr lang="en-US" sz="2800" dirty="0" err="1"/>
              <a:t>bagi</a:t>
            </a:r>
            <a:r>
              <a:rPr lang="en-US" sz="2800" dirty="0"/>
              <a:t> </a:t>
            </a:r>
            <a:r>
              <a:rPr lang="en-US" sz="2800" dirty="0" err="1"/>
              <a:t>pelakunya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2" y="67157"/>
            <a:ext cx="7962252" cy="1456267"/>
          </a:xfrm>
        </p:spPr>
        <p:txBody>
          <a:bodyPr>
            <a:normAutofit/>
          </a:bodyPr>
          <a:lstStyle/>
          <a:p>
            <a:r>
              <a:rPr lang="en-US" dirty="0" err="1"/>
              <a:t>Mitos</a:t>
            </a:r>
            <a:r>
              <a:rPr lang="en-US" dirty="0"/>
              <a:t> Media Massa</a:t>
            </a:r>
            <a:r>
              <a:rPr lang="id-ID" dirty="0"/>
              <a:t> / Media Sosial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1" y="1379349"/>
            <a:ext cx="7001357" cy="5083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400" dirty="0" err="1"/>
              <a:t>Jawaban</a:t>
            </a:r>
            <a:r>
              <a:rPr lang="en-US" sz="2400" dirty="0"/>
              <a:t> yang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memperhatikan</a:t>
            </a:r>
            <a:r>
              <a:rPr lang="en-US" sz="2400" dirty="0"/>
              <a:t> media </a:t>
            </a:r>
            <a:r>
              <a:rPr lang="en-US" sz="2400" dirty="0" err="1"/>
              <a:t>massa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televisi</a:t>
            </a:r>
            <a:r>
              <a:rPr lang="en-US" sz="2400" dirty="0"/>
              <a:t>, film, </a:t>
            </a:r>
            <a:r>
              <a:rPr lang="en-US" sz="2400" dirty="0" err="1"/>
              <a:t>koran</a:t>
            </a:r>
            <a:r>
              <a:rPr lang="en-US" sz="2400" dirty="0"/>
              <a:t> dan </a:t>
            </a:r>
            <a:r>
              <a:rPr lang="en-US" sz="2400" dirty="0" err="1"/>
              <a:t>majalah</a:t>
            </a:r>
            <a:r>
              <a:rPr lang="id-ID" sz="2400" dirty="0"/>
              <a:t> atau media sosial seperti instagram, facebook, share whatsapp, dsb.</a:t>
            </a:r>
            <a:endParaRPr lang="en-US" sz="2400" dirty="0"/>
          </a:p>
          <a:p>
            <a:pPr>
              <a:lnSpc>
                <a:spcPct val="90000"/>
              </a:lnSpc>
              <a:spcBef>
                <a:spcPts val="1200"/>
              </a:spcBef>
            </a:pPr>
            <a:endParaRPr lang="en-US" sz="2400" dirty="0"/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400" dirty="0" err="1"/>
              <a:t>Contoh</a:t>
            </a:r>
            <a:r>
              <a:rPr lang="en-US" sz="2400" dirty="0"/>
              <a:t>: 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/>
              <a:t>	</a:t>
            </a:r>
            <a:r>
              <a:rPr lang="id-ID" sz="2400" dirty="0"/>
              <a:t>Isu beras plastik yang beredar di pasaran.</a:t>
            </a:r>
          </a:p>
          <a:p>
            <a:pPr>
              <a:lnSpc>
                <a:spcPct val="90000"/>
              </a:lnSpc>
              <a:buNone/>
            </a:pPr>
            <a:r>
              <a:rPr lang="id-ID" sz="2400" dirty="0"/>
              <a:t>	Isu permen narkoba.</a:t>
            </a:r>
          </a:p>
          <a:p>
            <a:pPr>
              <a:lnSpc>
                <a:spcPct val="90000"/>
              </a:lnSpc>
              <a:buNone/>
            </a:pPr>
            <a:r>
              <a:rPr lang="id-ID" sz="2400" dirty="0"/>
              <a:t>	Isu biskuit yang berbahaya karena dapat dibakar.</a:t>
            </a:r>
          </a:p>
          <a:p>
            <a:pPr>
              <a:lnSpc>
                <a:spcPct val="90000"/>
              </a:lnSpc>
              <a:buNone/>
            </a:pPr>
            <a:r>
              <a:rPr lang="id-ID" sz="2400" dirty="0"/>
              <a:t>	Berbagai hoax yang marak beredar.</a:t>
            </a:r>
            <a:endParaRPr lang="en-US" sz="2400" dirty="0"/>
          </a:p>
        </p:txBody>
      </p:sp>
      <p:pic>
        <p:nvPicPr>
          <p:cNvPr id="8" name="Graphic 7" descr="Chat">
            <a:extLst>
              <a:ext uri="{FF2B5EF4-FFF2-40B4-BE49-F238E27FC236}">
                <a16:creationId xmlns:a16="http://schemas.microsoft.com/office/drawing/2014/main" id="{6BFC28F1-40EB-40EE-8484-07AB468B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9390" y="1668042"/>
            <a:ext cx="3445714" cy="344571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Pengalaman Pribadi</a:t>
            </a:r>
            <a:endParaRPr lang="id-ID">
              <a:solidFill>
                <a:srgbClr val="FFFFFF"/>
              </a:solidFill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/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0E5F75C-8FFE-4D60-B824-86B73AD39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7378714"/>
              </p:ext>
            </p:extLst>
          </p:nvPr>
        </p:nvGraphicFramePr>
        <p:xfrm>
          <a:off x="4454658" y="402956"/>
          <a:ext cx="8452624" cy="5561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F528-8538-4FA1-BCF2-CFB6C39F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9573-11FE-4C29-AE5A-2F3B751BE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Semua</a:t>
            </a:r>
            <a:r>
              <a:rPr lang="en-US" sz="3600" dirty="0"/>
              <a:t> </a:t>
            </a:r>
            <a:r>
              <a:rPr lang="en-US" sz="3600" dirty="0" err="1"/>
              <a:t>legitimasi</a:t>
            </a:r>
            <a:r>
              <a:rPr lang="en-US" sz="3600" dirty="0"/>
              <a:t> di </a:t>
            </a:r>
            <a:r>
              <a:rPr lang="en-US" sz="3600" dirty="0" err="1"/>
              <a:t>atas</a:t>
            </a:r>
            <a:r>
              <a:rPr lang="en-US" sz="3600" dirty="0"/>
              <a:t> </a:t>
            </a:r>
            <a:r>
              <a:rPr lang="en-US" sz="3600" dirty="0" err="1"/>
              <a:t>bukan</a:t>
            </a:r>
            <a:r>
              <a:rPr lang="en-US" sz="3600" dirty="0"/>
              <a:t> </a:t>
            </a:r>
            <a:r>
              <a:rPr lang="en-US" sz="3600" dirty="0" err="1"/>
              <a:t>penelitian</a:t>
            </a:r>
            <a:r>
              <a:rPr lang="en-US" sz="3600" dirty="0"/>
              <a:t>, </a:t>
            </a:r>
            <a:r>
              <a:rPr lang="en-US" sz="3600" dirty="0" err="1"/>
              <a:t>tidak</a:t>
            </a:r>
            <a:r>
              <a:rPr lang="en-US" sz="3600" dirty="0"/>
              <a:t> </a:t>
            </a:r>
            <a:r>
              <a:rPr lang="en-US" sz="3600" dirty="0" err="1"/>
              <a:t>memiliki</a:t>
            </a:r>
            <a:r>
              <a:rPr lang="en-US" sz="3600" dirty="0"/>
              <a:t> </a:t>
            </a:r>
            <a:r>
              <a:rPr lang="en-US" sz="3600" dirty="0" err="1"/>
              <a:t>dasar</a:t>
            </a:r>
            <a:r>
              <a:rPr lang="en-US" sz="3600" dirty="0"/>
              <a:t> yang </a:t>
            </a:r>
            <a:r>
              <a:rPr lang="en-US" sz="3600" dirty="0" err="1"/>
              <a:t>sah</a:t>
            </a:r>
            <a:r>
              <a:rPr lang="en-US" sz="3600" dirty="0"/>
              <a:t> dan </a:t>
            </a:r>
            <a:r>
              <a:rPr lang="en-US" sz="3600" dirty="0" err="1"/>
              <a:t>tidak</a:t>
            </a:r>
            <a:r>
              <a:rPr lang="en-US" sz="3600" dirty="0"/>
              <a:t>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dipertanggungjawabkan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05505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id-ID"/>
              <a:t>Membaca dan Menulis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4D7B05C-AC89-47C9-83EE-C7AB5589A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127259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30288" y="5464610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id-ID" sz="4400" dirty="0"/>
              <a:t>Tugas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F360778-32E0-41A4-8962-84F3A08CB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6434269"/>
              </p:ext>
            </p:extLst>
          </p:nvPr>
        </p:nvGraphicFramePr>
        <p:xfrm>
          <a:off x="688355" y="174191"/>
          <a:ext cx="10841658" cy="5483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Norma </a:t>
            </a:r>
            <a:r>
              <a:rPr lang="en-US" dirty="0" err="1"/>
              <a:t>Komunitas</a:t>
            </a:r>
            <a:r>
              <a:rPr lang="en-US" dirty="0"/>
              <a:t> </a:t>
            </a:r>
            <a:r>
              <a:rPr lang="en-US" dirty="0" err="1"/>
              <a:t>Sains</a:t>
            </a:r>
            <a:endParaRPr lang="id-ID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err="1"/>
              <a:t>Suatu</a:t>
            </a:r>
            <a:r>
              <a:rPr lang="en-US" sz="2800" dirty="0"/>
              <a:t> set </a:t>
            </a:r>
            <a:r>
              <a:rPr lang="en-US" sz="2800" dirty="0" err="1"/>
              <a:t>aturan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tertulis</a:t>
            </a:r>
            <a:r>
              <a:rPr lang="en-US" sz="2800" dirty="0"/>
              <a:t>, </a:t>
            </a:r>
            <a:r>
              <a:rPr lang="en-US" sz="2800" dirty="0" err="1"/>
              <a:t>prinsip</a:t>
            </a:r>
            <a:r>
              <a:rPr lang="en-US" sz="2800" dirty="0"/>
              <a:t>, dan </a:t>
            </a:r>
            <a:r>
              <a:rPr lang="en-US" sz="2800" dirty="0" err="1"/>
              <a:t>nilai</a:t>
            </a:r>
            <a:r>
              <a:rPr lang="en-US" sz="2800" dirty="0"/>
              <a:t> – </a:t>
            </a:r>
            <a:r>
              <a:rPr lang="en-US" sz="2800" dirty="0" err="1"/>
              <a:t>nilai</a:t>
            </a:r>
            <a:r>
              <a:rPr lang="en-US" sz="2800" dirty="0"/>
              <a:t> yang </a:t>
            </a:r>
            <a:r>
              <a:rPr lang="en-US" sz="2800" dirty="0" err="1"/>
              <a:t>mengatur</a:t>
            </a:r>
            <a:r>
              <a:rPr lang="en-US" sz="2800" dirty="0"/>
              <a:t> </a:t>
            </a:r>
            <a:r>
              <a:rPr lang="en-US" sz="2800" dirty="0" err="1"/>
              <a:t>bagaimana</a:t>
            </a:r>
            <a:r>
              <a:rPr lang="en-US" sz="2800" dirty="0"/>
              <a:t> </a:t>
            </a:r>
            <a:r>
              <a:rPr lang="en-US" sz="2800" dirty="0" err="1"/>
              <a:t>peneliti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 </a:t>
            </a:r>
            <a:r>
              <a:rPr lang="en-US" sz="2800" dirty="0" err="1"/>
              <a:t>penelitian</a:t>
            </a:r>
            <a:r>
              <a:rPr lang="en-US" sz="2800" dirty="0"/>
              <a:t>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Norma </a:t>
            </a:r>
            <a:r>
              <a:rPr lang="en-US" sz="2800" dirty="0" err="1"/>
              <a:t>Komunitas</a:t>
            </a:r>
            <a:r>
              <a:rPr lang="en-US" sz="2800" dirty="0"/>
              <a:t> </a:t>
            </a:r>
            <a:r>
              <a:rPr lang="en-US" sz="2800" dirty="0" err="1"/>
              <a:t>Sains</a:t>
            </a:r>
            <a:r>
              <a:rPr lang="en-US" sz="2800" dirty="0"/>
              <a:t> </a:t>
            </a:r>
            <a:r>
              <a:rPr lang="en-US" sz="2800" dirty="0" err="1"/>
              <a:t>meliputi</a:t>
            </a:r>
            <a:r>
              <a:rPr lang="en-US" sz="2800" dirty="0"/>
              <a:t>:</a:t>
            </a:r>
          </a:p>
          <a:p>
            <a:pPr lvl="1"/>
            <a:r>
              <a:rPr lang="en-US" sz="2800" i="1" dirty="0"/>
              <a:t>Universalism</a:t>
            </a:r>
          </a:p>
          <a:p>
            <a:pPr lvl="1"/>
            <a:r>
              <a:rPr lang="en-US" sz="2800" i="1" dirty="0"/>
              <a:t>Organized Skepticism</a:t>
            </a:r>
          </a:p>
          <a:p>
            <a:pPr lvl="1"/>
            <a:r>
              <a:rPr lang="en-US" sz="2800" i="1" dirty="0"/>
              <a:t>Disinterestedness</a:t>
            </a:r>
          </a:p>
          <a:p>
            <a:pPr lvl="1"/>
            <a:r>
              <a:rPr lang="en-US" sz="2800" i="1" dirty="0"/>
              <a:t>Communalism</a:t>
            </a:r>
          </a:p>
          <a:p>
            <a:pPr lvl="1"/>
            <a:r>
              <a:rPr lang="en-US" sz="2800" i="1" dirty="0"/>
              <a:t>Honesty</a:t>
            </a:r>
          </a:p>
          <a:p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30288" y="4572000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en-US" sz="4400"/>
              <a:t>Universalism</a:t>
            </a:r>
            <a:endParaRPr lang="id-ID" sz="440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F4F771C-8FE2-4679-99EC-9D00D7069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057042"/>
              </p:ext>
            </p:extLst>
          </p:nvPr>
        </p:nvGraphicFramePr>
        <p:xfrm>
          <a:off x="1030288" y="693738"/>
          <a:ext cx="10131425" cy="3649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8700" y="653142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FFFF"/>
                </a:solidFill>
              </a:rPr>
              <a:t>Organized </a:t>
            </a:r>
            <a:r>
              <a:rPr lang="id-ID" sz="4400">
                <a:solidFill>
                  <a:srgbClr val="FFFFFF"/>
                </a:solidFill>
              </a:rPr>
              <a:t>S</a:t>
            </a:r>
            <a:r>
              <a:rPr lang="en-US" sz="4400">
                <a:solidFill>
                  <a:srgbClr val="FFFFFF"/>
                </a:solidFill>
              </a:rPr>
              <a:t>kepticism</a:t>
            </a:r>
            <a:endParaRPr lang="id-ID" sz="440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D19C9EE-D3C6-4618-8157-C0F2AFC1B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279783"/>
              </p:ext>
            </p:extLst>
          </p:nvPr>
        </p:nvGraphicFramePr>
        <p:xfrm>
          <a:off x="703233" y="2743199"/>
          <a:ext cx="10812005" cy="3611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Disinterestedness </a:t>
            </a:r>
            <a:endParaRPr lang="id-ID" sz="2800">
              <a:solidFill>
                <a:srgbClr val="FFFFFF"/>
              </a:solidFill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54F0774-A7FA-433A-9BDD-EF229312E2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917968"/>
              </p:ext>
            </p:extLst>
          </p:nvPr>
        </p:nvGraphicFramePr>
        <p:xfrm>
          <a:off x="5467509" y="449451"/>
          <a:ext cx="5886291" cy="5858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14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Communalism</a:t>
            </a:r>
            <a:endParaRPr lang="id-ID">
              <a:solidFill>
                <a:srgbClr val="FFFFFF"/>
              </a:solidFill>
            </a:endParaRPr>
          </a:p>
        </p:txBody>
      </p:sp>
      <p:sp useBgFill="1">
        <p:nvSpPr>
          <p:cNvPr id="22" name="Rectangle 16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3">
            <a:extLst>
              <a:ext uri="{FF2B5EF4-FFF2-40B4-BE49-F238E27FC236}">
                <a16:creationId xmlns:a16="http://schemas.microsoft.com/office/drawing/2014/main" id="{547F38C3-BADC-4373-8C83-44E8B427F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946213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Honesty</a:t>
            </a:r>
            <a:endParaRPr lang="id-ID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3">
            <a:extLst>
              <a:ext uri="{FF2B5EF4-FFF2-40B4-BE49-F238E27FC236}">
                <a16:creationId xmlns:a16="http://schemas.microsoft.com/office/drawing/2014/main" id="{99D26ED7-D415-4198-A8C1-B267F3C5DD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823424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/>
              <a:t>Dimensi Penelitian</a:t>
            </a:r>
            <a:endParaRPr lang="id-ID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umum</a:t>
            </a:r>
            <a:r>
              <a:rPr lang="en-US" sz="2800" dirty="0"/>
              <a:t> </a:t>
            </a:r>
            <a:r>
              <a:rPr lang="en-US" sz="2800" dirty="0" err="1"/>
              <a:t>penelitian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dikategorikan</a:t>
            </a:r>
            <a:r>
              <a:rPr lang="en-US" sz="2800" dirty="0"/>
              <a:t> </a:t>
            </a:r>
            <a:r>
              <a:rPr lang="en-US" sz="2800" dirty="0" err="1"/>
              <a:t>berdasarkan</a:t>
            </a:r>
            <a:r>
              <a:rPr lang="en-US" sz="2800" dirty="0"/>
              <a:t>:</a:t>
            </a:r>
            <a:endParaRPr lang="id-ID" sz="2800" dirty="0"/>
          </a:p>
          <a:p>
            <a:pPr marL="955675" lvl="1"/>
            <a:r>
              <a:rPr lang="en-US" sz="2800" dirty="0" err="1"/>
              <a:t>Sasaran</a:t>
            </a:r>
            <a:r>
              <a:rPr lang="en-US" sz="2800" dirty="0"/>
              <a:t> dan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r>
              <a:rPr lang="en-US" sz="2800" dirty="0" err="1"/>
              <a:t>penelitian</a:t>
            </a:r>
            <a:endParaRPr lang="en-US" sz="2800" dirty="0"/>
          </a:p>
          <a:p>
            <a:pPr marL="1473200" lvl="2"/>
            <a:r>
              <a:rPr lang="en-US" sz="2800" dirty="0"/>
              <a:t>Basic </a:t>
            </a:r>
          </a:p>
          <a:p>
            <a:pPr marL="1473200" lvl="2"/>
            <a:r>
              <a:rPr lang="en-US" sz="2800" dirty="0"/>
              <a:t>Applied</a:t>
            </a:r>
          </a:p>
          <a:p>
            <a:pPr marL="1473200" lvl="2">
              <a:buNone/>
            </a:pPr>
            <a:endParaRPr lang="en-US" sz="2800" dirty="0"/>
          </a:p>
          <a:p>
            <a:pPr marL="955675" lvl="1"/>
            <a:r>
              <a:rPr lang="en-US" sz="2800" dirty="0" err="1"/>
              <a:t>Tujuan</a:t>
            </a:r>
            <a:endParaRPr lang="en-US" sz="2800" dirty="0"/>
          </a:p>
          <a:p>
            <a:pPr marL="1473200" lvl="2"/>
            <a:r>
              <a:rPr lang="en-US" sz="2800" dirty="0"/>
              <a:t>Explore</a:t>
            </a:r>
          </a:p>
          <a:p>
            <a:pPr marL="1473200" lvl="2"/>
            <a:r>
              <a:rPr lang="en-US" sz="2800" dirty="0"/>
              <a:t>Describe</a:t>
            </a:r>
          </a:p>
          <a:p>
            <a:pPr marL="1473200" lvl="2"/>
            <a:r>
              <a:rPr lang="en-US" sz="2800" dirty="0"/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Dimensi Penelitian</a:t>
            </a:r>
            <a:endParaRPr lang="id-ID">
              <a:solidFill>
                <a:srgbClr val="FFFFFF"/>
              </a:solidFill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/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DE5D867D-1B5C-4FC8-B7D5-EFF29076E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73761"/>
              </p:ext>
            </p:extLst>
          </p:nvPr>
        </p:nvGraphicFramePr>
        <p:xfrm>
          <a:off x="5393411" y="437354"/>
          <a:ext cx="6523092" cy="5932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Sasaran &amp; Penggunaan Penelitian</a:t>
            </a:r>
            <a:endParaRPr lang="id-ID" sz="310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E89BB3A4-5312-41D4-B83E-2C094E1CD5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328524"/>
              </p:ext>
            </p:extLst>
          </p:nvPr>
        </p:nvGraphicFramePr>
        <p:xfrm>
          <a:off x="4808601" y="526942"/>
          <a:ext cx="6545199" cy="6090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EAAC8963-AF89-4FC1-910B-686E223CD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41BDA784-DB63-4168-8CC9-0DA04775B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4495" y="858043"/>
            <a:ext cx="4042732" cy="501253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Tujuan Penelitian</a:t>
            </a:r>
            <a:endParaRPr lang="id-ID" sz="4000">
              <a:solidFill>
                <a:srgbClr val="FFFFFF"/>
              </a:solidFill>
            </a:endParaRPr>
          </a:p>
        </p:txBody>
      </p:sp>
      <p:sp useBgFill="1">
        <p:nvSpPr>
          <p:cNvPr id="17" name="Freeform: Shape 12">
            <a:extLst>
              <a:ext uri="{FF2B5EF4-FFF2-40B4-BE49-F238E27FC236}">
                <a16:creationId xmlns:a16="http://schemas.microsoft.com/office/drawing/2014/main" id="{23A4F197-86BE-42C9-A95B-A488B7683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342791" cy="6858000"/>
          </a:xfrm>
          <a:custGeom>
            <a:avLst/>
            <a:gdLst>
              <a:gd name="connsiteX0" fmla="*/ 6342791 w 6342791"/>
              <a:gd name="connsiteY0" fmla="*/ 0 h 6858000"/>
              <a:gd name="connsiteX1" fmla="*/ 5297762 w 6342791"/>
              <a:gd name="connsiteY1" fmla="*/ 0 h 6858000"/>
              <a:gd name="connsiteX2" fmla="*/ 4654296 w 6342791"/>
              <a:gd name="connsiteY2" fmla="*/ 0 h 6858000"/>
              <a:gd name="connsiteX3" fmla="*/ 4470448 w 6342791"/>
              <a:gd name="connsiteY3" fmla="*/ 0 h 6858000"/>
              <a:gd name="connsiteX4" fmla="*/ 3926162 w 6342791"/>
              <a:gd name="connsiteY4" fmla="*/ 0 h 6858000"/>
              <a:gd name="connsiteX5" fmla="*/ 0 w 6342791"/>
              <a:gd name="connsiteY5" fmla="*/ 0 h 6858000"/>
              <a:gd name="connsiteX6" fmla="*/ 0 w 6342791"/>
              <a:gd name="connsiteY6" fmla="*/ 70650 h 6858000"/>
              <a:gd name="connsiteX7" fmla="*/ 13678 w 6342791"/>
              <a:gd name="connsiteY7" fmla="*/ 155673 h 6858000"/>
              <a:gd name="connsiteX8" fmla="*/ 37547 w 6342791"/>
              <a:gd name="connsiteY8" fmla="*/ 310664 h 6858000"/>
              <a:gd name="connsiteX9" fmla="*/ 60911 w 6342791"/>
              <a:gd name="connsiteY9" fmla="*/ 466340 h 6858000"/>
              <a:gd name="connsiteX10" fmla="*/ 80914 w 6342791"/>
              <a:gd name="connsiteY10" fmla="*/ 622703 h 6858000"/>
              <a:gd name="connsiteX11" fmla="*/ 101085 w 6342791"/>
              <a:gd name="connsiteY11" fmla="*/ 778379 h 6858000"/>
              <a:gd name="connsiteX12" fmla="*/ 119911 w 6342791"/>
              <a:gd name="connsiteY12" fmla="*/ 934742 h 6858000"/>
              <a:gd name="connsiteX13" fmla="*/ 136047 w 6342791"/>
              <a:gd name="connsiteY13" fmla="*/ 1089047 h 6858000"/>
              <a:gd name="connsiteX14" fmla="*/ 151343 w 6342791"/>
              <a:gd name="connsiteY14" fmla="*/ 1245409 h 6858000"/>
              <a:gd name="connsiteX15" fmla="*/ 165295 w 6342791"/>
              <a:gd name="connsiteY15" fmla="*/ 1401086 h 6858000"/>
              <a:gd name="connsiteX16" fmla="*/ 177397 w 6342791"/>
              <a:gd name="connsiteY16" fmla="*/ 1554019 h 6858000"/>
              <a:gd name="connsiteX17" fmla="*/ 189500 w 6342791"/>
              <a:gd name="connsiteY17" fmla="*/ 1709010 h 6858000"/>
              <a:gd name="connsiteX18" fmla="*/ 199585 w 6342791"/>
              <a:gd name="connsiteY18" fmla="*/ 1861943 h 6858000"/>
              <a:gd name="connsiteX19" fmla="*/ 207485 w 6342791"/>
              <a:gd name="connsiteY19" fmla="*/ 2014877 h 6858000"/>
              <a:gd name="connsiteX20" fmla="*/ 215722 w 6342791"/>
              <a:gd name="connsiteY20" fmla="*/ 2167124 h 6858000"/>
              <a:gd name="connsiteX21" fmla="*/ 222613 w 6342791"/>
              <a:gd name="connsiteY21" fmla="*/ 2318000 h 6858000"/>
              <a:gd name="connsiteX22" fmla="*/ 227488 w 6342791"/>
              <a:gd name="connsiteY22" fmla="*/ 2467505 h 6858000"/>
              <a:gd name="connsiteX23" fmla="*/ 231690 w 6342791"/>
              <a:gd name="connsiteY23" fmla="*/ 2617009 h 6858000"/>
              <a:gd name="connsiteX24" fmla="*/ 235724 w 6342791"/>
              <a:gd name="connsiteY24" fmla="*/ 2765142 h 6858000"/>
              <a:gd name="connsiteX25" fmla="*/ 237573 w 6342791"/>
              <a:gd name="connsiteY25" fmla="*/ 2911217 h 6858000"/>
              <a:gd name="connsiteX26" fmla="*/ 239590 w 6342791"/>
              <a:gd name="connsiteY26" fmla="*/ 3057293 h 6858000"/>
              <a:gd name="connsiteX27" fmla="*/ 240599 w 6342791"/>
              <a:gd name="connsiteY27" fmla="*/ 3201311 h 6858000"/>
              <a:gd name="connsiteX28" fmla="*/ 239590 w 6342791"/>
              <a:gd name="connsiteY28" fmla="*/ 3343957 h 6858000"/>
              <a:gd name="connsiteX29" fmla="*/ 239590 w 6342791"/>
              <a:gd name="connsiteY29" fmla="*/ 3485232 h 6858000"/>
              <a:gd name="connsiteX30" fmla="*/ 237573 w 6342791"/>
              <a:gd name="connsiteY30" fmla="*/ 3625135 h 6858000"/>
              <a:gd name="connsiteX31" fmla="*/ 234548 w 6342791"/>
              <a:gd name="connsiteY31" fmla="*/ 3762295 h 6858000"/>
              <a:gd name="connsiteX32" fmla="*/ 231690 w 6342791"/>
              <a:gd name="connsiteY32" fmla="*/ 3898083 h 6858000"/>
              <a:gd name="connsiteX33" fmla="*/ 228496 w 6342791"/>
              <a:gd name="connsiteY33" fmla="*/ 4031129 h 6858000"/>
              <a:gd name="connsiteX34" fmla="*/ 223622 w 6342791"/>
              <a:gd name="connsiteY34" fmla="*/ 4163488 h 6858000"/>
              <a:gd name="connsiteX35" fmla="*/ 218411 w 6342791"/>
              <a:gd name="connsiteY35" fmla="*/ 4293789 h 6858000"/>
              <a:gd name="connsiteX36" fmla="*/ 213705 w 6342791"/>
              <a:gd name="connsiteY36" fmla="*/ 4421348 h 6858000"/>
              <a:gd name="connsiteX37" fmla="*/ 200425 w 6342791"/>
              <a:gd name="connsiteY37" fmla="*/ 4670294 h 6858000"/>
              <a:gd name="connsiteX38" fmla="*/ 186306 w 6342791"/>
              <a:gd name="connsiteY38" fmla="*/ 4908952 h 6858000"/>
              <a:gd name="connsiteX39" fmla="*/ 171514 w 6342791"/>
              <a:gd name="connsiteY39" fmla="*/ 5138009 h 6858000"/>
              <a:gd name="connsiteX40" fmla="*/ 155209 w 6342791"/>
              <a:gd name="connsiteY40" fmla="*/ 5354722 h 6858000"/>
              <a:gd name="connsiteX41" fmla="*/ 138232 w 6342791"/>
              <a:gd name="connsiteY41" fmla="*/ 5561834 h 6858000"/>
              <a:gd name="connsiteX42" fmla="*/ 119911 w 6342791"/>
              <a:gd name="connsiteY42" fmla="*/ 5753858 h 6858000"/>
              <a:gd name="connsiteX43" fmla="*/ 101925 w 6342791"/>
              <a:gd name="connsiteY43" fmla="*/ 5934223 h 6858000"/>
              <a:gd name="connsiteX44" fmla="*/ 83940 w 6342791"/>
              <a:gd name="connsiteY44" fmla="*/ 6100187 h 6858000"/>
              <a:gd name="connsiteX45" fmla="*/ 66963 w 6342791"/>
              <a:gd name="connsiteY45" fmla="*/ 6252434 h 6858000"/>
              <a:gd name="connsiteX46" fmla="*/ 50826 w 6342791"/>
              <a:gd name="connsiteY46" fmla="*/ 6387537 h 6858000"/>
              <a:gd name="connsiteX47" fmla="*/ 35530 w 6342791"/>
              <a:gd name="connsiteY47" fmla="*/ 6509609 h 6858000"/>
              <a:gd name="connsiteX48" fmla="*/ 22755 w 6342791"/>
              <a:gd name="connsiteY48" fmla="*/ 6612479 h 6858000"/>
              <a:gd name="connsiteX49" fmla="*/ 10653 w 6342791"/>
              <a:gd name="connsiteY49" fmla="*/ 6698890 h 6858000"/>
              <a:gd name="connsiteX50" fmla="*/ 0 w 6342791"/>
              <a:gd name="connsiteY50" fmla="*/ 6771890 h 6858000"/>
              <a:gd name="connsiteX51" fmla="*/ 0 w 6342791"/>
              <a:gd name="connsiteY51" fmla="*/ 6858000 h 6858000"/>
              <a:gd name="connsiteX52" fmla="*/ 3926162 w 6342791"/>
              <a:gd name="connsiteY52" fmla="*/ 6858000 h 6858000"/>
              <a:gd name="connsiteX53" fmla="*/ 4470448 w 6342791"/>
              <a:gd name="connsiteY53" fmla="*/ 6858000 h 6858000"/>
              <a:gd name="connsiteX54" fmla="*/ 4654296 w 6342791"/>
              <a:gd name="connsiteY54" fmla="*/ 6858000 h 6858000"/>
              <a:gd name="connsiteX55" fmla="*/ 5297762 w 6342791"/>
              <a:gd name="connsiteY55" fmla="*/ 6858000 h 6858000"/>
              <a:gd name="connsiteX56" fmla="*/ 6342791 w 6342791"/>
              <a:gd name="connsiteY5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342791" h="6858000">
                <a:moveTo>
                  <a:pt x="6342791" y="0"/>
                </a:moveTo>
                <a:lnTo>
                  <a:pt x="5297762" y="0"/>
                </a:lnTo>
                <a:lnTo>
                  <a:pt x="4654296" y="0"/>
                </a:lnTo>
                <a:lnTo>
                  <a:pt x="4470448" y="0"/>
                </a:lnTo>
                <a:lnTo>
                  <a:pt x="3926162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3926162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lnTo>
                  <a:pt x="6342791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2" y="858043"/>
            <a:ext cx="4749752" cy="493315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Exploratory Research</a:t>
            </a:r>
          </a:p>
          <a:p>
            <a:pPr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Bertujuan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untuk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mengamati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fenomena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dan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mengembangkan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pemahaman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awal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fenomena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tersebut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Fokus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pada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pertanyaan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“What”</a:t>
            </a: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AC8963-AF89-4FC1-910B-686E223CD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BDA784-DB63-4168-8CC9-0DA04775B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4495" y="858043"/>
            <a:ext cx="4042732" cy="501253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Tujuan Penelitian</a:t>
            </a:r>
            <a:endParaRPr lang="id-ID" sz="4000">
              <a:solidFill>
                <a:srgbClr val="FFFFFF"/>
              </a:solidFill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23A4F197-86BE-42C9-A95B-A488B7683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342791" cy="6858000"/>
          </a:xfrm>
          <a:custGeom>
            <a:avLst/>
            <a:gdLst>
              <a:gd name="connsiteX0" fmla="*/ 6342791 w 6342791"/>
              <a:gd name="connsiteY0" fmla="*/ 0 h 6858000"/>
              <a:gd name="connsiteX1" fmla="*/ 5297762 w 6342791"/>
              <a:gd name="connsiteY1" fmla="*/ 0 h 6858000"/>
              <a:gd name="connsiteX2" fmla="*/ 4654296 w 6342791"/>
              <a:gd name="connsiteY2" fmla="*/ 0 h 6858000"/>
              <a:gd name="connsiteX3" fmla="*/ 4470448 w 6342791"/>
              <a:gd name="connsiteY3" fmla="*/ 0 h 6858000"/>
              <a:gd name="connsiteX4" fmla="*/ 3926162 w 6342791"/>
              <a:gd name="connsiteY4" fmla="*/ 0 h 6858000"/>
              <a:gd name="connsiteX5" fmla="*/ 0 w 6342791"/>
              <a:gd name="connsiteY5" fmla="*/ 0 h 6858000"/>
              <a:gd name="connsiteX6" fmla="*/ 0 w 6342791"/>
              <a:gd name="connsiteY6" fmla="*/ 70650 h 6858000"/>
              <a:gd name="connsiteX7" fmla="*/ 13678 w 6342791"/>
              <a:gd name="connsiteY7" fmla="*/ 155673 h 6858000"/>
              <a:gd name="connsiteX8" fmla="*/ 37547 w 6342791"/>
              <a:gd name="connsiteY8" fmla="*/ 310664 h 6858000"/>
              <a:gd name="connsiteX9" fmla="*/ 60911 w 6342791"/>
              <a:gd name="connsiteY9" fmla="*/ 466340 h 6858000"/>
              <a:gd name="connsiteX10" fmla="*/ 80914 w 6342791"/>
              <a:gd name="connsiteY10" fmla="*/ 622703 h 6858000"/>
              <a:gd name="connsiteX11" fmla="*/ 101085 w 6342791"/>
              <a:gd name="connsiteY11" fmla="*/ 778379 h 6858000"/>
              <a:gd name="connsiteX12" fmla="*/ 119911 w 6342791"/>
              <a:gd name="connsiteY12" fmla="*/ 934742 h 6858000"/>
              <a:gd name="connsiteX13" fmla="*/ 136047 w 6342791"/>
              <a:gd name="connsiteY13" fmla="*/ 1089047 h 6858000"/>
              <a:gd name="connsiteX14" fmla="*/ 151343 w 6342791"/>
              <a:gd name="connsiteY14" fmla="*/ 1245409 h 6858000"/>
              <a:gd name="connsiteX15" fmla="*/ 165295 w 6342791"/>
              <a:gd name="connsiteY15" fmla="*/ 1401086 h 6858000"/>
              <a:gd name="connsiteX16" fmla="*/ 177397 w 6342791"/>
              <a:gd name="connsiteY16" fmla="*/ 1554019 h 6858000"/>
              <a:gd name="connsiteX17" fmla="*/ 189500 w 6342791"/>
              <a:gd name="connsiteY17" fmla="*/ 1709010 h 6858000"/>
              <a:gd name="connsiteX18" fmla="*/ 199585 w 6342791"/>
              <a:gd name="connsiteY18" fmla="*/ 1861943 h 6858000"/>
              <a:gd name="connsiteX19" fmla="*/ 207485 w 6342791"/>
              <a:gd name="connsiteY19" fmla="*/ 2014877 h 6858000"/>
              <a:gd name="connsiteX20" fmla="*/ 215722 w 6342791"/>
              <a:gd name="connsiteY20" fmla="*/ 2167124 h 6858000"/>
              <a:gd name="connsiteX21" fmla="*/ 222613 w 6342791"/>
              <a:gd name="connsiteY21" fmla="*/ 2318000 h 6858000"/>
              <a:gd name="connsiteX22" fmla="*/ 227488 w 6342791"/>
              <a:gd name="connsiteY22" fmla="*/ 2467505 h 6858000"/>
              <a:gd name="connsiteX23" fmla="*/ 231690 w 6342791"/>
              <a:gd name="connsiteY23" fmla="*/ 2617009 h 6858000"/>
              <a:gd name="connsiteX24" fmla="*/ 235724 w 6342791"/>
              <a:gd name="connsiteY24" fmla="*/ 2765142 h 6858000"/>
              <a:gd name="connsiteX25" fmla="*/ 237573 w 6342791"/>
              <a:gd name="connsiteY25" fmla="*/ 2911217 h 6858000"/>
              <a:gd name="connsiteX26" fmla="*/ 239590 w 6342791"/>
              <a:gd name="connsiteY26" fmla="*/ 3057293 h 6858000"/>
              <a:gd name="connsiteX27" fmla="*/ 240599 w 6342791"/>
              <a:gd name="connsiteY27" fmla="*/ 3201311 h 6858000"/>
              <a:gd name="connsiteX28" fmla="*/ 239590 w 6342791"/>
              <a:gd name="connsiteY28" fmla="*/ 3343957 h 6858000"/>
              <a:gd name="connsiteX29" fmla="*/ 239590 w 6342791"/>
              <a:gd name="connsiteY29" fmla="*/ 3485232 h 6858000"/>
              <a:gd name="connsiteX30" fmla="*/ 237573 w 6342791"/>
              <a:gd name="connsiteY30" fmla="*/ 3625135 h 6858000"/>
              <a:gd name="connsiteX31" fmla="*/ 234548 w 6342791"/>
              <a:gd name="connsiteY31" fmla="*/ 3762295 h 6858000"/>
              <a:gd name="connsiteX32" fmla="*/ 231690 w 6342791"/>
              <a:gd name="connsiteY32" fmla="*/ 3898083 h 6858000"/>
              <a:gd name="connsiteX33" fmla="*/ 228496 w 6342791"/>
              <a:gd name="connsiteY33" fmla="*/ 4031129 h 6858000"/>
              <a:gd name="connsiteX34" fmla="*/ 223622 w 6342791"/>
              <a:gd name="connsiteY34" fmla="*/ 4163488 h 6858000"/>
              <a:gd name="connsiteX35" fmla="*/ 218411 w 6342791"/>
              <a:gd name="connsiteY35" fmla="*/ 4293789 h 6858000"/>
              <a:gd name="connsiteX36" fmla="*/ 213705 w 6342791"/>
              <a:gd name="connsiteY36" fmla="*/ 4421348 h 6858000"/>
              <a:gd name="connsiteX37" fmla="*/ 200425 w 6342791"/>
              <a:gd name="connsiteY37" fmla="*/ 4670294 h 6858000"/>
              <a:gd name="connsiteX38" fmla="*/ 186306 w 6342791"/>
              <a:gd name="connsiteY38" fmla="*/ 4908952 h 6858000"/>
              <a:gd name="connsiteX39" fmla="*/ 171514 w 6342791"/>
              <a:gd name="connsiteY39" fmla="*/ 5138009 h 6858000"/>
              <a:gd name="connsiteX40" fmla="*/ 155209 w 6342791"/>
              <a:gd name="connsiteY40" fmla="*/ 5354722 h 6858000"/>
              <a:gd name="connsiteX41" fmla="*/ 138232 w 6342791"/>
              <a:gd name="connsiteY41" fmla="*/ 5561834 h 6858000"/>
              <a:gd name="connsiteX42" fmla="*/ 119911 w 6342791"/>
              <a:gd name="connsiteY42" fmla="*/ 5753858 h 6858000"/>
              <a:gd name="connsiteX43" fmla="*/ 101925 w 6342791"/>
              <a:gd name="connsiteY43" fmla="*/ 5934223 h 6858000"/>
              <a:gd name="connsiteX44" fmla="*/ 83940 w 6342791"/>
              <a:gd name="connsiteY44" fmla="*/ 6100187 h 6858000"/>
              <a:gd name="connsiteX45" fmla="*/ 66963 w 6342791"/>
              <a:gd name="connsiteY45" fmla="*/ 6252434 h 6858000"/>
              <a:gd name="connsiteX46" fmla="*/ 50826 w 6342791"/>
              <a:gd name="connsiteY46" fmla="*/ 6387537 h 6858000"/>
              <a:gd name="connsiteX47" fmla="*/ 35530 w 6342791"/>
              <a:gd name="connsiteY47" fmla="*/ 6509609 h 6858000"/>
              <a:gd name="connsiteX48" fmla="*/ 22755 w 6342791"/>
              <a:gd name="connsiteY48" fmla="*/ 6612479 h 6858000"/>
              <a:gd name="connsiteX49" fmla="*/ 10653 w 6342791"/>
              <a:gd name="connsiteY49" fmla="*/ 6698890 h 6858000"/>
              <a:gd name="connsiteX50" fmla="*/ 0 w 6342791"/>
              <a:gd name="connsiteY50" fmla="*/ 6771890 h 6858000"/>
              <a:gd name="connsiteX51" fmla="*/ 0 w 6342791"/>
              <a:gd name="connsiteY51" fmla="*/ 6858000 h 6858000"/>
              <a:gd name="connsiteX52" fmla="*/ 3926162 w 6342791"/>
              <a:gd name="connsiteY52" fmla="*/ 6858000 h 6858000"/>
              <a:gd name="connsiteX53" fmla="*/ 4470448 w 6342791"/>
              <a:gd name="connsiteY53" fmla="*/ 6858000 h 6858000"/>
              <a:gd name="connsiteX54" fmla="*/ 4654296 w 6342791"/>
              <a:gd name="connsiteY54" fmla="*/ 6858000 h 6858000"/>
              <a:gd name="connsiteX55" fmla="*/ 5297762 w 6342791"/>
              <a:gd name="connsiteY55" fmla="*/ 6858000 h 6858000"/>
              <a:gd name="connsiteX56" fmla="*/ 6342791 w 6342791"/>
              <a:gd name="connsiteY5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342791" h="6858000">
                <a:moveTo>
                  <a:pt x="6342791" y="0"/>
                </a:moveTo>
                <a:lnTo>
                  <a:pt x="5297762" y="0"/>
                </a:lnTo>
                <a:lnTo>
                  <a:pt x="4654296" y="0"/>
                </a:lnTo>
                <a:lnTo>
                  <a:pt x="4470448" y="0"/>
                </a:lnTo>
                <a:lnTo>
                  <a:pt x="3926162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3926162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lnTo>
                  <a:pt x="6342791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2" y="858043"/>
            <a:ext cx="4749752" cy="4933157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Descriptive Research</a:t>
            </a:r>
          </a:p>
          <a:p>
            <a:pPr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Bertujuan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untuk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menggambarkan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fenomena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menggunakan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huruf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dan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angka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dan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untuk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menunjukkan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profil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klasifikasi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atau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tahapan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proses.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Fokus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pada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pertanyaan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“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Who”,”When”,”Where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”, dan “How”</a:t>
            </a:r>
          </a:p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Explanatory Research</a:t>
            </a:r>
          </a:p>
          <a:p>
            <a:pPr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Bertujuan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untuk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menjawab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mengapa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(“Why”)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fenomena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dapat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terjadi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AC8963-AF89-4FC1-910B-686E223CD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BDA784-DB63-4168-8CC9-0DA04775B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4495" y="858043"/>
            <a:ext cx="4042732" cy="5012532"/>
          </a:xfrm>
        </p:spPr>
        <p:txBody>
          <a:bodyPr>
            <a:normAutofit/>
          </a:bodyPr>
          <a:lstStyle/>
          <a:p>
            <a:r>
              <a:rPr lang="id-ID" sz="4000">
                <a:solidFill>
                  <a:srgbClr val="FFFFFF"/>
                </a:solidFill>
              </a:rPr>
              <a:t>Waktu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23A4F197-86BE-42C9-A95B-A488B7683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342791" cy="6858000"/>
          </a:xfrm>
          <a:custGeom>
            <a:avLst/>
            <a:gdLst>
              <a:gd name="connsiteX0" fmla="*/ 6342791 w 6342791"/>
              <a:gd name="connsiteY0" fmla="*/ 0 h 6858000"/>
              <a:gd name="connsiteX1" fmla="*/ 5297762 w 6342791"/>
              <a:gd name="connsiteY1" fmla="*/ 0 h 6858000"/>
              <a:gd name="connsiteX2" fmla="*/ 4654296 w 6342791"/>
              <a:gd name="connsiteY2" fmla="*/ 0 h 6858000"/>
              <a:gd name="connsiteX3" fmla="*/ 4470448 w 6342791"/>
              <a:gd name="connsiteY3" fmla="*/ 0 h 6858000"/>
              <a:gd name="connsiteX4" fmla="*/ 3926162 w 6342791"/>
              <a:gd name="connsiteY4" fmla="*/ 0 h 6858000"/>
              <a:gd name="connsiteX5" fmla="*/ 0 w 6342791"/>
              <a:gd name="connsiteY5" fmla="*/ 0 h 6858000"/>
              <a:gd name="connsiteX6" fmla="*/ 0 w 6342791"/>
              <a:gd name="connsiteY6" fmla="*/ 70650 h 6858000"/>
              <a:gd name="connsiteX7" fmla="*/ 13678 w 6342791"/>
              <a:gd name="connsiteY7" fmla="*/ 155673 h 6858000"/>
              <a:gd name="connsiteX8" fmla="*/ 37547 w 6342791"/>
              <a:gd name="connsiteY8" fmla="*/ 310664 h 6858000"/>
              <a:gd name="connsiteX9" fmla="*/ 60911 w 6342791"/>
              <a:gd name="connsiteY9" fmla="*/ 466340 h 6858000"/>
              <a:gd name="connsiteX10" fmla="*/ 80914 w 6342791"/>
              <a:gd name="connsiteY10" fmla="*/ 622703 h 6858000"/>
              <a:gd name="connsiteX11" fmla="*/ 101085 w 6342791"/>
              <a:gd name="connsiteY11" fmla="*/ 778379 h 6858000"/>
              <a:gd name="connsiteX12" fmla="*/ 119911 w 6342791"/>
              <a:gd name="connsiteY12" fmla="*/ 934742 h 6858000"/>
              <a:gd name="connsiteX13" fmla="*/ 136047 w 6342791"/>
              <a:gd name="connsiteY13" fmla="*/ 1089047 h 6858000"/>
              <a:gd name="connsiteX14" fmla="*/ 151343 w 6342791"/>
              <a:gd name="connsiteY14" fmla="*/ 1245409 h 6858000"/>
              <a:gd name="connsiteX15" fmla="*/ 165295 w 6342791"/>
              <a:gd name="connsiteY15" fmla="*/ 1401086 h 6858000"/>
              <a:gd name="connsiteX16" fmla="*/ 177397 w 6342791"/>
              <a:gd name="connsiteY16" fmla="*/ 1554019 h 6858000"/>
              <a:gd name="connsiteX17" fmla="*/ 189500 w 6342791"/>
              <a:gd name="connsiteY17" fmla="*/ 1709010 h 6858000"/>
              <a:gd name="connsiteX18" fmla="*/ 199585 w 6342791"/>
              <a:gd name="connsiteY18" fmla="*/ 1861943 h 6858000"/>
              <a:gd name="connsiteX19" fmla="*/ 207485 w 6342791"/>
              <a:gd name="connsiteY19" fmla="*/ 2014877 h 6858000"/>
              <a:gd name="connsiteX20" fmla="*/ 215722 w 6342791"/>
              <a:gd name="connsiteY20" fmla="*/ 2167124 h 6858000"/>
              <a:gd name="connsiteX21" fmla="*/ 222613 w 6342791"/>
              <a:gd name="connsiteY21" fmla="*/ 2318000 h 6858000"/>
              <a:gd name="connsiteX22" fmla="*/ 227488 w 6342791"/>
              <a:gd name="connsiteY22" fmla="*/ 2467505 h 6858000"/>
              <a:gd name="connsiteX23" fmla="*/ 231690 w 6342791"/>
              <a:gd name="connsiteY23" fmla="*/ 2617009 h 6858000"/>
              <a:gd name="connsiteX24" fmla="*/ 235724 w 6342791"/>
              <a:gd name="connsiteY24" fmla="*/ 2765142 h 6858000"/>
              <a:gd name="connsiteX25" fmla="*/ 237573 w 6342791"/>
              <a:gd name="connsiteY25" fmla="*/ 2911217 h 6858000"/>
              <a:gd name="connsiteX26" fmla="*/ 239590 w 6342791"/>
              <a:gd name="connsiteY26" fmla="*/ 3057293 h 6858000"/>
              <a:gd name="connsiteX27" fmla="*/ 240599 w 6342791"/>
              <a:gd name="connsiteY27" fmla="*/ 3201311 h 6858000"/>
              <a:gd name="connsiteX28" fmla="*/ 239590 w 6342791"/>
              <a:gd name="connsiteY28" fmla="*/ 3343957 h 6858000"/>
              <a:gd name="connsiteX29" fmla="*/ 239590 w 6342791"/>
              <a:gd name="connsiteY29" fmla="*/ 3485232 h 6858000"/>
              <a:gd name="connsiteX30" fmla="*/ 237573 w 6342791"/>
              <a:gd name="connsiteY30" fmla="*/ 3625135 h 6858000"/>
              <a:gd name="connsiteX31" fmla="*/ 234548 w 6342791"/>
              <a:gd name="connsiteY31" fmla="*/ 3762295 h 6858000"/>
              <a:gd name="connsiteX32" fmla="*/ 231690 w 6342791"/>
              <a:gd name="connsiteY32" fmla="*/ 3898083 h 6858000"/>
              <a:gd name="connsiteX33" fmla="*/ 228496 w 6342791"/>
              <a:gd name="connsiteY33" fmla="*/ 4031129 h 6858000"/>
              <a:gd name="connsiteX34" fmla="*/ 223622 w 6342791"/>
              <a:gd name="connsiteY34" fmla="*/ 4163488 h 6858000"/>
              <a:gd name="connsiteX35" fmla="*/ 218411 w 6342791"/>
              <a:gd name="connsiteY35" fmla="*/ 4293789 h 6858000"/>
              <a:gd name="connsiteX36" fmla="*/ 213705 w 6342791"/>
              <a:gd name="connsiteY36" fmla="*/ 4421348 h 6858000"/>
              <a:gd name="connsiteX37" fmla="*/ 200425 w 6342791"/>
              <a:gd name="connsiteY37" fmla="*/ 4670294 h 6858000"/>
              <a:gd name="connsiteX38" fmla="*/ 186306 w 6342791"/>
              <a:gd name="connsiteY38" fmla="*/ 4908952 h 6858000"/>
              <a:gd name="connsiteX39" fmla="*/ 171514 w 6342791"/>
              <a:gd name="connsiteY39" fmla="*/ 5138009 h 6858000"/>
              <a:gd name="connsiteX40" fmla="*/ 155209 w 6342791"/>
              <a:gd name="connsiteY40" fmla="*/ 5354722 h 6858000"/>
              <a:gd name="connsiteX41" fmla="*/ 138232 w 6342791"/>
              <a:gd name="connsiteY41" fmla="*/ 5561834 h 6858000"/>
              <a:gd name="connsiteX42" fmla="*/ 119911 w 6342791"/>
              <a:gd name="connsiteY42" fmla="*/ 5753858 h 6858000"/>
              <a:gd name="connsiteX43" fmla="*/ 101925 w 6342791"/>
              <a:gd name="connsiteY43" fmla="*/ 5934223 h 6858000"/>
              <a:gd name="connsiteX44" fmla="*/ 83940 w 6342791"/>
              <a:gd name="connsiteY44" fmla="*/ 6100187 h 6858000"/>
              <a:gd name="connsiteX45" fmla="*/ 66963 w 6342791"/>
              <a:gd name="connsiteY45" fmla="*/ 6252434 h 6858000"/>
              <a:gd name="connsiteX46" fmla="*/ 50826 w 6342791"/>
              <a:gd name="connsiteY46" fmla="*/ 6387537 h 6858000"/>
              <a:gd name="connsiteX47" fmla="*/ 35530 w 6342791"/>
              <a:gd name="connsiteY47" fmla="*/ 6509609 h 6858000"/>
              <a:gd name="connsiteX48" fmla="*/ 22755 w 6342791"/>
              <a:gd name="connsiteY48" fmla="*/ 6612479 h 6858000"/>
              <a:gd name="connsiteX49" fmla="*/ 10653 w 6342791"/>
              <a:gd name="connsiteY49" fmla="*/ 6698890 h 6858000"/>
              <a:gd name="connsiteX50" fmla="*/ 0 w 6342791"/>
              <a:gd name="connsiteY50" fmla="*/ 6771890 h 6858000"/>
              <a:gd name="connsiteX51" fmla="*/ 0 w 6342791"/>
              <a:gd name="connsiteY51" fmla="*/ 6858000 h 6858000"/>
              <a:gd name="connsiteX52" fmla="*/ 3926162 w 6342791"/>
              <a:gd name="connsiteY52" fmla="*/ 6858000 h 6858000"/>
              <a:gd name="connsiteX53" fmla="*/ 4470448 w 6342791"/>
              <a:gd name="connsiteY53" fmla="*/ 6858000 h 6858000"/>
              <a:gd name="connsiteX54" fmla="*/ 4654296 w 6342791"/>
              <a:gd name="connsiteY54" fmla="*/ 6858000 h 6858000"/>
              <a:gd name="connsiteX55" fmla="*/ 5297762 w 6342791"/>
              <a:gd name="connsiteY55" fmla="*/ 6858000 h 6858000"/>
              <a:gd name="connsiteX56" fmla="*/ 6342791 w 6342791"/>
              <a:gd name="connsiteY5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342791" h="6858000">
                <a:moveTo>
                  <a:pt x="6342791" y="0"/>
                </a:moveTo>
                <a:lnTo>
                  <a:pt x="5297762" y="0"/>
                </a:lnTo>
                <a:lnTo>
                  <a:pt x="4654296" y="0"/>
                </a:lnTo>
                <a:lnTo>
                  <a:pt x="4470448" y="0"/>
                </a:lnTo>
                <a:lnTo>
                  <a:pt x="3926162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3926162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lnTo>
                  <a:pt x="6342791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2" y="858043"/>
            <a:ext cx="4749752" cy="493315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Cross Sectional Research</a:t>
            </a:r>
          </a:p>
          <a:p>
            <a:pPr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Penelitian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mengamati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informasi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dari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banyak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kasus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terjadi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pada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periode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waktu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tertentu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endParaRPr lang="id-ID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Longitudinal Research</a:t>
            </a:r>
          </a:p>
          <a:p>
            <a:pPr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Penelitian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mengamati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informasi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dari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banyak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kasus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terjadi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pada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lebih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dari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periode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waktu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AC8963-AF89-4FC1-910B-686E223CD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BDA784-DB63-4168-8CC9-0DA04775B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4495" y="858043"/>
            <a:ext cx="4042732" cy="5012532"/>
          </a:xfrm>
        </p:spPr>
        <p:txBody>
          <a:bodyPr>
            <a:normAutofit/>
          </a:bodyPr>
          <a:lstStyle/>
          <a:p>
            <a:r>
              <a:rPr lang="id-ID" sz="4000">
                <a:solidFill>
                  <a:srgbClr val="FFFFFF"/>
                </a:solidFill>
              </a:rPr>
              <a:t>Waktu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23A4F197-86BE-42C9-A95B-A488B7683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342791" cy="6858000"/>
          </a:xfrm>
          <a:custGeom>
            <a:avLst/>
            <a:gdLst>
              <a:gd name="connsiteX0" fmla="*/ 6342791 w 6342791"/>
              <a:gd name="connsiteY0" fmla="*/ 0 h 6858000"/>
              <a:gd name="connsiteX1" fmla="*/ 5297762 w 6342791"/>
              <a:gd name="connsiteY1" fmla="*/ 0 h 6858000"/>
              <a:gd name="connsiteX2" fmla="*/ 4654296 w 6342791"/>
              <a:gd name="connsiteY2" fmla="*/ 0 h 6858000"/>
              <a:gd name="connsiteX3" fmla="*/ 4470448 w 6342791"/>
              <a:gd name="connsiteY3" fmla="*/ 0 h 6858000"/>
              <a:gd name="connsiteX4" fmla="*/ 3926162 w 6342791"/>
              <a:gd name="connsiteY4" fmla="*/ 0 h 6858000"/>
              <a:gd name="connsiteX5" fmla="*/ 0 w 6342791"/>
              <a:gd name="connsiteY5" fmla="*/ 0 h 6858000"/>
              <a:gd name="connsiteX6" fmla="*/ 0 w 6342791"/>
              <a:gd name="connsiteY6" fmla="*/ 70650 h 6858000"/>
              <a:gd name="connsiteX7" fmla="*/ 13678 w 6342791"/>
              <a:gd name="connsiteY7" fmla="*/ 155673 h 6858000"/>
              <a:gd name="connsiteX8" fmla="*/ 37547 w 6342791"/>
              <a:gd name="connsiteY8" fmla="*/ 310664 h 6858000"/>
              <a:gd name="connsiteX9" fmla="*/ 60911 w 6342791"/>
              <a:gd name="connsiteY9" fmla="*/ 466340 h 6858000"/>
              <a:gd name="connsiteX10" fmla="*/ 80914 w 6342791"/>
              <a:gd name="connsiteY10" fmla="*/ 622703 h 6858000"/>
              <a:gd name="connsiteX11" fmla="*/ 101085 w 6342791"/>
              <a:gd name="connsiteY11" fmla="*/ 778379 h 6858000"/>
              <a:gd name="connsiteX12" fmla="*/ 119911 w 6342791"/>
              <a:gd name="connsiteY12" fmla="*/ 934742 h 6858000"/>
              <a:gd name="connsiteX13" fmla="*/ 136047 w 6342791"/>
              <a:gd name="connsiteY13" fmla="*/ 1089047 h 6858000"/>
              <a:gd name="connsiteX14" fmla="*/ 151343 w 6342791"/>
              <a:gd name="connsiteY14" fmla="*/ 1245409 h 6858000"/>
              <a:gd name="connsiteX15" fmla="*/ 165295 w 6342791"/>
              <a:gd name="connsiteY15" fmla="*/ 1401086 h 6858000"/>
              <a:gd name="connsiteX16" fmla="*/ 177397 w 6342791"/>
              <a:gd name="connsiteY16" fmla="*/ 1554019 h 6858000"/>
              <a:gd name="connsiteX17" fmla="*/ 189500 w 6342791"/>
              <a:gd name="connsiteY17" fmla="*/ 1709010 h 6858000"/>
              <a:gd name="connsiteX18" fmla="*/ 199585 w 6342791"/>
              <a:gd name="connsiteY18" fmla="*/ 1861943 h 6858000"/>
              <a:gd name="connsiteX19" fmla="*/ 207485 w 6342791"/>
              <a:gd name="connsiteY19" fmla="*/ 2014877 h 6858000"/>
              <a:gd name="connsiteX20" fmla="*/ 215722 w 6342791"/>
              <a:gd name="connsiteY20" fmla="*/ 2167124 h 6858000"/>
              <a:gd name="connsiteX21" fmla="*/ 222613 w 6342791"/>
              <a:gd name="connsiteY21" fmla="*/ 2318000 h 6858000"/>
              <a:gd name="connsiteX22" fmla="*/ 227488 w 6342791"/>
              <a:gd name="connsiteY22" fmla="*/ 2467505 h 6858000"/>
              <a:gd name="connsiteX23" fmla="*/ 231690 w 6342791"/>
              <a:gd name="connsiteY23" fmla="*/ 2617009 h 6858000"/>
              <a:gd name="connsiteX24" fmla="*/ 235724 w 6342791"/>
              <a:gd name="connsiteY24" fmla="*/ 2765142 h 6858000"/>
              <a:gd name="connsiteX25" fmla="*/ 237573 w 6342791"/>
              <a:gd name="connsiteY25" fmla="*/ 2911217 h 6858000"/>
              <a:gd name="connsiteX26" fmla="*/ 239590 w 6342791"/>
              <a:gd name="connsiteY26" fmla="*/ 3057293 h 6858000"/>
              <a:gd name="connsiteX27" fmla="*/ 240599 w 6342791"/>
              <a:gd name="connsiteY27" fmla="*/ 3201311 h 6858000"/>
              <a:gd name="connsiteX28" fmla="*/ 239590 w 6342791"/>
              <a:gd name="connsiteY28" fmla="*/ 3343957 h 6858000"/>
              <a:gd name="connsiteX29" fmla="*/ 239590 w 6342791"/>
              <a:gd name="connsiteY29" fmla="*/ 3485232 h 6858000"/>
              <a:gd name="connsiteX30" fmla="*/ 237573 w 6342791"/>
              <a:gd name="connsiteY30" fmla="*/ 3625135 h 6858000"/>
              <a:gd name="connsiteX31" fmla="*/ 234548 w 6342791"/>
              <a:gd name="connsiteY31" fmla="*/ 3762295 h 6858000"/>
              <a:gd name="connsiteX32" fmla="*/ 231690 w 6342791"/>
              <a:gd name="connsiteY32" fmla="*/ 3898083 h 6858000"/>
              <a:gd name="connsiteX33" fmla="*/ 228496 w 6342791"/>
              <a:gd name="connsiteY33" fmla="*/ 4031129 h 6858000"/>
              <a:gd name="connsiteX34" fmla="*/ 223622 w 6342791"/>
              <a:gd name="connsiteY34" fmla="*/ 4163488 h 6858000"/>
              <a:gd name="connsiteX35" fmla="*/ 218411 w 6342791"/>
              <a:gd name="connsiteY35" fmla="*/ 4293789 h 6858000"/>
              <a:gd name="connsiteX36" fmla="*/ 213705 w 6342791"/>
              <a:gd name="connsiteY36" fmla="*/ 4421348 h 6858000"/>
              <a:gd name="connsiteX37" fmla="*/ 200425 w 6342791"/>
              <a:gd name="connsiteY37" fmla="*/ 4670294 h 6858000"/>
              <a:gd name="connsiteX38" fmla="*/ 186306 w 6342791"/>
              <a:gd name="connsiteY38" fmla="*/ 4908952 h 6858000"/>
              <a:gd name="connsiteX39" fmla="*/ 171514 w 6342791"/>
              <a:gd name="connsiteY39" fmla="*/ 5138009 h 6858000"/>
              <a:gd name="connsiteX40" fmla="*/ 155209 w 6342791"/>
              <a:gd name="connsiteY40" fmla="*/ 5354722 h 6858000"/>
              <a:gd name="connsiteX41" fmla="*/ 138232 w 6342791"/>
              <a:gd name="connsiteY41" fmla="*/ 5561834 h 6858000"/>
              <a:gd name="connsiteX42" fmla="*/ 119911 w 6342791"/>
              <a:gd name="connsiteY42" fmla="*/ 5753858 h 6858000"/>
              <a:gd name="connsiteX43" fmla="*/ 101925 w 6342791"/>
              <a:gd name="connsiteY43" fmla="*/ 5934223 h 6858000"/>
              <a:gd name="connsiteX44" fmla="*/ 83940 w 6342791"/>
              <a:gd name="connsiteY44" fmla="*/ 6100187 h 6858000"/>
              <a:gd name="connsiteX45" fmla="*/ 66963 w 6342791"/>
              <a:gd name="connsiteY45" fmla="*/ 6252434 h 6858000"/>
              <a:gd name="connsiteX46" fmla="*/ 50826 w 6342791"/>
              <a:gd name="connsiteY46" fmla="*/ 6387537 h 6858000"/>
              <a:gd name="connsiteX47" fmla="*/ 35530 w 6342791"/>
              <a:gd name="connsiteY47" fmla="*/ 6509609 h 6858000"/>
              <a:gd name="connsiteX48" fmla="*/ 22755 w 6342791"/>
              <a:gd name="connsiteY48" fmla="*/ 6612479 h 6858000"/>
              <a:gd name="connsiteX49" fmla="*/ 10653 w 6342791"/>
              <a:gd name="connsiteY49" fmla="*/ 6698890 h 6858000"/>
              <a:gd name="connsiteX50" fmla="*/ 0 w 6342791"/>
              <a:gd name="connsiteY50" fmla="*/ 6771890 h 6858000"/>
              <a:gd name="connsiteX51" fmla="*/ 0 w 6342791"/>
              <a:gd name="connsiteY51" fmla="*/ 6858000 h 6858000"/>
              <a:gd name="connsiteX52" fmla="*/ 3926162 w 6342791"/>
              <a:gd name="connsiteY52" fmla="*/ 6858000 h 6858000"/>
              <a:gd name="connsiteX53" fmla="*/ 4470448 w 6342791"/>
              <a:gd name="connsiteY53" fmla="*/ 6858000 h 6858000"/>
              <a:gd name="connsiteX54" fmla="*/ 4654296 w 6342791"/>
              <a:gd name="connsiteY54" fmla="*/ 6858000 h 6858000"/>
              <a:gd name="connsiteX55" fmla="*/ 5297762 w 6342791"/>
              <a:gd name="connsiteY55" fmla="*/ 6858000 h 6858000"/>
              <a:gd name="connsiteX56" fmla="*/ 6342791 w 6342791"/>
              <a:gd name="connsiteY5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342791" h="6858000">
                <a:moveTo>
                  <a:pt x="6342791" y="0"/>
                </a:moveTo>
                <a:lnTo>
                  <a:pt x="5297762" y="0"/>
                </a:lnTo>
                <a:lnTo>
                  <a:pt x="4654296" y="0"/>
                </a:lnTo>
                <a:lnTo>
                  <a:pt x="4470448" y="0"/>
                </a:lnTo>
                <a:lnTo>
                  <a:pt x="3926162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3926162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lnTo>
                  <a:pt x="6342791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2" y="858043"/>
            <a:ext cx="4749752" cy="493315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Case studies Research (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Studi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Kasus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Penelitian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melibatkan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pengamatan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mendalam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dengan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informasi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berlimpah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tentang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kasus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jumlahnya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terbatas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bisa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hanya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dalam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periode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atau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banyak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periode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waktu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Teknik Pengumpulan dan Analisis Data</a:t>
            </a:r>
            <a:endParaRPr lang="id-ID">
              <a:solidFill>
                <a:srgbClr val="FFFFFF"/>
              </a:solidFill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/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4CCA3B7-D2F1-4966-98EC-A02ECCE821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821570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965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973</Words>
  <Application>Microsoft Office PowerPoint</Application>
  <PresentationFormat>Widescreen</PresentationFormat>
  <Paragraphs>186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Helvetica</vt:lpstr>
      <vt:lpstr>Celestial</vt:lpstr>
      <vt:lpstr>PowerPoint Presentation</vt:lpstr>
      <vt:lpstr>Siapa yang boleh ada di kelas ini ???</vt:lpstr>
      <vt:lpstr>Kontrak Perkuliahan</vt:lpstr>
      <vt:lpstr>Kontrak Perkuliahan</vt:lpstr>
      <vt:lpstr>Komponen Penilaian</vt:lpstr>
      <vt:lpstr>Apa yang dapat dilakukan untuk menjawab pertanyaan berikut ?</vt:lpstr>
      <vt:lpstr>Apa yang dapat dilakukan untuk menjawab pertanyaan berikut ?</vt:lpstr>
      <vt:lpstr>Definisi Penelitian</vt:lpstr>
      <vt:lpstr>Alternatif Proses Pencarian Jawaban</vt:lpstr>
      <vt:lpstr>Otoritas</vt:lpstr>
      <vt:lpstr>Tradisi</vt:lpstr>
      <vt:lpstr>Akal Sehat (Common Sense)</vt:lpstr>
      <vt:lpstr>Mitos Media Massa / Media Sosial</vt:lpstr>
      <vt:lpstr>Pengalaman Pribadi</vt:lpstr>
      <vt:lpstr>The PROBLEM</vt:lpstr>
      <vt:lpstr>Membaca dan Menulis</vt:lpstr>
      <vt:lpstr>Tugas</vt:lpstr>
      <vt:lpstr>Norma Komunitas Sains</vt:lpstr>
      <vt:lpstr>Universalism</vt:lpstr>
      <vt:lpstr>Organized Skepticism</vt:lpstr>
      <vt:lpstr>Disinterestedness </vt:lpstr>
      <vt:lpstr>Communalism</vt:lpstr>
      <vt:lpstr>Honesty</vt:lpstr>
      <vt:lpstr>Dimensi Penelitian</vt:lpstr>
      <vt:lpstr>Dimensi Penelitian</vt:lpstr>
      <vt:lpstr>Sasaran &amp; Penggunaan Penelitian</vt:lpstr>
      <vt:lpstr>Tujuan Penelitian</vt:lpstr>
      <vt:lpstr>Tujuan Penelitian</vt:lpstr>
      <vt:lpstr>Waktu</vt:lpstr>
      <vt:lpstr>Waktu</vt:lpstr>
      <vt:lpstr>Teknik Pengumpulan dan Analisis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Angga  S.T.  M.M.Comp.</dc:creator>
  <cp:lastModifiedBy>Melissa Angga  S.T.  M.M.Comp.</cp:lastModifiedBy>
  <cp:revision>6</cp:revision>
  <dcterms:created xsi:type="dcterms:W3CDTF">2019-02-06T13:26:30Z</dcterms:created>
  <dcterms:modified xsi:type="dcterms:W3CDTF">2019-02-06T14:05:08Z</dcterms:modified>
</cp:coreProperties>
</file>