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16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59993F-AC7D-4C5B-90AF-CF775C6A711B}" type="doc">
      <dgm:prSet loTypeId="urn:microsoft.com/office/officeart/2016/7/layout/RepeatingBendingProcessNew" loCatId="process" qsTypeId="urn:microsoft.com/office/officeart/2005/8/quickstyle/simple2" qsCatId="simple" csTypeId="urn:microsoft.com/office/officeart/2005/8/colors/colorful2" csCatId="colorful"/>
      <dgm:spPr/>
      <dgm:t>
        <a:bodyPr/>
        <a:lstStyle/>
        <a:p>
          <a:endParaRPr lang="en-US"/>
        </a:p>
      </dgm:t>
    </dgm:pt>
    <dgm:pt modelId="{4DD4E1A0-2E3A-467A-8BD2-73D8F117905E}">
      <dgm:prSet/>
      <dgm:spPr/>
      <dgm:t>
        <a:bodyPr/>
        <a:lstStyle/>
        <a:p>
          <a:r>
            <a:rPr lang="id-ID"/>
            <a:t>Judul</a:t>
          </a:r>
          <a:endParaRPr lang="en-US"/>
        </a:p>
      </dgm:t>
    </dgm:pt>
    <dgm:pt modelId="{C50C9D2C-2831-4A0A-8AE8-1A89F53C740B}" type="parTrans" cxnId="{A8854842-388A-44B1-8BF2-E34E0BEC6FCF}">
      <dgm:prSet/>
      <dgm:spPr/>
      <dgm:t>
        <a:bodyPr/>
        <a:lstStyle/>
        <a:p>
          <a:endParaRPr lang="en-US"/>
        </a:p>
      </dgm:t>
    </dgm:pt>
    <dgm:pt modelId="{646CFC22-AA99-447F-B13C-0B872E55FEE0}" type="sibTrans" cxnId="{A8854842-388A-44B1-8BF2-E34E0BEC6FCF}">
      <dgm:prSet/>
      <dgm:spPr/>
      <dgm:t>
        <a:bodyPr/>
        <a:lstStyle/>
        <a:p>
          <a:endParaRPr lang="en-US"/>
        </a:p>
      </dgm:t>
    </dgm:pt>
    <dgm:pt modelId="{25AECAB2-B1B7-48A7-857A-EE4E23A165FF}">
      <dgm:prSet/>
      <dgm:spPr/>
      <dgm:t>
        <a:bodyPr/>
        <a:lstStyle/>
        <a:p>
          <a:r>
            <a:rPr lang="id-ID"/>
            <a:t>Latar Belakang</a:t>
          </a:r>
          <a:endParaRPr lang="en-US"/>
        </a:p>
      </dgm:t>
    </dgm:pt>
    <dgm:pt modelId="{A7D8FF7B-C810-4B66-9AF9-05E52FE56C09}" type="parTrans" cxnId="{51766C64-360C-49EB-A437-E506C7ADC9F9}">
      <dgm:prSet/>
      <dgm:spPr/>
      <dgm:t>
        <a:bodyPr/>
        <a:lstStyle/>
        <a:p>
          <a:endParaRPr lang="en-US"/>
        </a:p>
      </dgm:t>
    </dgm:pt>
    <dgm:pt modelId="{75658AAF-32D7-4FA4-8F1B-D7CD2CAABCF3}" type="sibTrans" cxnId="{51766C64-360C-49EB-A437-E506C7ADC9F9}">
      <dgm:prSet/>
      <dgm:spPr/>
      <dgm:t>
        <a:bodyPr/>
        <a:lstStyle/>
        <a:p>
          <a:endParaRPr lang="en-US"/>
        </a:p>
      </dgm:t>
    </dgm:pt>
    <dgm:pt modelId="{ECE42FFA-352B-43BA-A9C6-E3E2728EACA4}">
      <dgm:prSet/>
      <dgm:spPr/>
      <dgm:t>
        <a:bodyPr/>
        <a:lstStyle/>
        <a:p>
          <a:r>
            <a:rPr lang="id-ID"/>
            <a:t>Rumusan Masalah</a:t>
          </a:r>
          <a:endParaRPr lang="en-US"/>
        </a:p>
      </dgm:t>
    </dgm:pt>
    <dgm:pt modelId="{AEDD7B01-18E8-4615-8A16-CAA5F9177A5A}" type="parTrans" cxnId="{C37777BD-FF35-41E3-A05F-C641F423F2D8}">
      <dgm:prSet/>
      <dgm:spPr/>
      <dgm:t>
        <a:bodyPr/>
        <a:lstStyle/>
        <a:p>
          <a:endParaRPr lang="en-US"/>
        </a:p>
      </dgm:t>
    </dgm:pt>
    <dgm:pt modelId="{1E769877-D08E-44CD-8D6F-8EC3DA29DE62}" type="sibTrans" cxnId="{C37777BD-FF35-41E3-A05F-C641F423F2D8}">
      <dgm:prSet/>
      <dgm:spPr/>
      <dgm:t>
        <a:bodyPr/>
        <a:lstStyle/>
        <a:p>
          <a:endParaRPr lang="en-US"/>
        </a:p>
      </dgm:t>
    </dgm:pt>
    <dgm:pt modelId="{38372333-1CBA-45ED-937C-A9A7D338B2B7}">
      <dgm:prSet/>
      <dgm:spPr/>
      <dgm:t>
        <a:bodyPr/>
        <a:lstStyle/>
        <a:p>
          <a:r>
            <a:rPr lang="id-ID"/>
            <a:t>Tujuan</a:t>
          </a:r>
          <a:endParaRPr lang="en-US"/>
        </a:p>
      </dgm:t>
    </dgm:pt>
    <dgm:pt modelId="{41BAE627-C418-4BD7-98FE-BB8960EF868A}" type="parTrans" cxnId="{664F0E30-7A4B-40C5-9D93-C3B5541F1A37}">
      <dgm:prSet/>
      <dgm:spPr/>
      <dgm:t>
        <a:bodyPr/>
        <a:lstStyle/>
        <a:p>
          <a:endParaRPr lang="en-US"/>
        </a:p>
      </dgm:t>
    </dgm:pt>
    <dgm:pt modelId="{51D1C618-4E56-47B1-8628-6F821DDA1BE3}" type="sibTrans" cxnId="{664F0E30-7A4B-40C5-9D93-C3B5541F1A37}">
      <dgm:prSet/>
      <dgm:spPr/>
      <dgm:t>
        <a:bodyPr/>
        <a:lstStyle/>
        <a:p>
          <a:endParaRPr lang="en-US"/>
        </a:p>
      </dgm:t>
    </dgm:pt>
    <dgm:pt modelId="{CC5F0AB3-7A4F-457C-89F1-E4122602C69A}">
      <dgm:prSet/>
      <dgm:spPr/>
      <dgm:t>
        <a:bodyPr/>
        <a:lstStyle/>
        <a:p>
          <a:r>
            <a:rPr lang="id-ID"/>
            <a:t>Manfaat</a:t>
          </a:r>
          <a:endParaRPr lang="en-US"/>
        </a:p>
      </dgm:t>
    </dgm:pt>
    <dgm:pt modelId="{31743B4C-F4EB-4209-934E-E52A90AE0277}" type="parTrans" cxnId="{C73288DD-2902-49AF-BDFA-173741D70412}">
      <dgm:prSet/>
      <dgm:spPr/>
      <dgm:t>
        <a:bodyPr/>
        <a:lstStyle/>
        <a:p>
          <a:endParaRPr lang="en-US"/>
        </a:p>
      </dgm:t>
    </dgm:pt>
    <dgm:pt modelId="{3E4B06C3-B391-4342-82C5-62228267C04C}" type="sibTrans" cxnId="{C73288DD-2902-49AF-BDFA-173741D70412}">
      <dgm:prSet/>
      <dgm:spPr/>
      <dgm:t>
        <a:bodyPr/>
        <a:lstStyle/>
        <a:p>
          <a:endParaRPr lang="en-US"/>
        </a:p>
      </dgm:t>
    </dgm:pt>
    <dgm:pt modelId="{78908F84-46DE-4130-B10B-5AEC03F8E749}">
      <dgm:prSet/>
      <dgm:spPr/>
      <dgm:t>
        <a:bodyPr/>
        <a:lstStyle/>
        <a:p>
          <a:r>
            <a:rPr lang="id-ID"/>
            <a:t>Ruang Lingkup</a:t>
          </a:r>
          <a:endParaRPr lang="en-US"/>
        </a:p>
      </dgm:t>
    </dgm:pt>
    <dgm:pt modelId="{4BDC0B87-47B8-40DF-9A0B-B1A8AF8537FA}" type="parTrans" cxnId="{1D530A24-C9E9-45D1-81E7-4F1915E481C5}">
      <dgm:prSet/>
      <dgm:spPr/>
      <dgm:t>
        <a:bodyPr/>
        <a:lstStyle/>
        <a:p>
          <a:endParaRPr lang="en-US"/>
        </a:p>
      </dgm:t>
    </dgm:pt>
    <dgm:pt modelId="{57FE4A48-6D4F-44D4-8910-4ECD64590ACC}" type="sibTrans" cxnId="{1D530A24-C9E9-45D1-81E7-4F1915E481C5}">
      <dgm:prSet/>
      <dgm:spPr/>
      <dgm:t>
        <a:bodyPr/>
        <a:lstStyle/>
        <a:p>
          <a:endParaRPr lang="en-US"/>
        </a:p>
      </dgm:t>
    </dgm:pt>
    <dgm:pt modelId="{5265B754-D6F5-47C1-89E4-13242E3242A8}">
      <dgm:prSet/>
      <dgm:spPr/>
      <dgm:t>
        <a:bodyPr/>
        <a:lstStyle/>
        <a:p>
          <a:r>
            <a:rPr lang="id-ID"/>
            <a:t>Metodologi Penelitian</a:t>
          </a:r>
          <a:endParaRPr lang="en-US"/>
        </a:p>
      </dgm:t>
    </dgm:pt>
    <dgm:pt modelId="{AD01D889-1B73-4147-ABDA-0029D9D084DB}" type="parTrans" cxnId="{BEEAF641-F551-4A77-989E-24571066AD71}">
      <dgm:prSet/>
      <dgm:spPr/>
      <dgm:t>
        <a:bodyPr/>
        <a:lstStyle/>
        <a:p>
          <a:endParaRPr lang="en-US"/>
        </a:p>
      </dgm:t>
    </dgm:pt>
    <dgm:pt modelId="{90A209BE-0D18-483D-ABFB-ED3F791B4282}" type="sibTrans" cxnId="{BEEAF641-F551-4A77-989E-24571066AD71}">
      <dgm:prSet/>
      <dgm:spPr/>
      <dgm:t>
        <a:bodyPr/>
        <a:lstStyle/>
        <a:p>
          <a:endParaRPr lang="en-US"/>
        </a:p>
      </dgm:t>
    </dgm:pt>
    <dgm:pt modelId="{731B0491-3FA1-4923-A4E0-C154D1D9114F}">
      <dgm:prSet/>
      <dgm:spPr/>
      <dgm:t>
        <a:bodyPr/>
        <a:lstStyle/>
        <a:p>
          <a:r>
            <a:rPr lang="id-ID"/>
            <a:t>Gambaran Sistem</a:t>
          </a:r>
          <a:endParaRPr lang="en-US"/>
        </a:p>
      </dgm:t>
    </dgm:pt>
    <dgm:pt modelId="{6144C4DE-45ED-4D0A-BF9E-E45F2AD7714F}" type="parTrans" cxnId="{D5FD1EE7-F19E-4B89-9066-ECF755DCFD0E}">
      <dgm:prSet/>
      <dgm:spPr/>
      <dgm:t>
        <a:bodyPr/>
        <a:lstStyle/>
        <a:p>
          <a:endParaRPr lang="en-US"/>
        </a:p>
      </dgm:t>
    </dgm:pt>
    <dgm:pt modelId="{62808B32-DE44-4CE7-8484-24006801FDB1}" type="sibTrans" cxnId="{D5FD1EE7-F19E-4B89-9066-ECF755DCFD0E}">
      <dgm:prSet/>
      <dgm:spPr/>
      <dgm:t>
        <a:bodyPr/>
        <a:lstStyle/>
        <a:p>
          <a:endParaRPr lang="en-US"/>
        </a:p>
      </dgm:t>
    </dgm:pt>
    <dgm:pt modelId="{CCE6D446-D755-4ABC-99E4-1514AE4FC9ED}" type="pres">
      <dgm:prSet presAssocID="{8559993F-AC7D-4C5B-90AF-CF775C6A711B}" presName="Name0" presStyleCnt="0">
        <dgm:presLayoutVars>
          <dgm:dir/>
          <dgm:resizeHandles val="exact"/>
        </dgm:presLayoutVars>
      </dgm:prSet>
      <dgm:spPr/>
    </dgm:pt>
    <dgm:pt modelId="{ACD35292-8FF5-4502-866A-B46722E52439}" type="pres">
      <dgm:prSet presAssocID="{4DD4E1A0-2E3A-467A-8BD2-73D8F117905E}" presName="node" presStyleLbl="node1" presStyleIdx="0" presStyleCnt="8">
        <dgm:presLayoutVars>
          <dgm:bulletEnabled val="1"/>
        </dgm:presLayoutVars>
      </dgm:prSet>
      <dgm:spPr/>
    </dgm:pt>
    <dgm:pt modelId="{F7FC1E07-F651-417E-A0EE-B6349FE8B89B}" type="pres">
      <dgm:prSet presAssocID="{646CFC22-AA99-447F-B13C-0B872E55FEE0}" presName="sibTrans" presStyleLbl="sibTrans1D1" presStyleIdx="0" presStyleCnt="7"/>
      <dgm:spPr/>
    </dgm:pt>
    <dgm:pt modelId="{5D534523-3AD5-49E3-87DD-4002CF2D42EF}" type="pres">
      <dgm:prSet presAssocID="{646CFC22-AA99-447F-B13C-0B872E55FEE0}" presName="connectorText" presStyleLbl="sibTrans1D1" presStyleIdx="0" presStyleCnt="7"/>
      <dgm:spPr/>
    </dgm:pt>
    <dgm:pt modelId="{2AD1023E-1393-4366-A9C2-23138751E307}" type="pres">
      <dgm:prSet presAssocID="{25AECAB2-B1B7-48A7-857A-EE4E23A165FF}" presName="node" presStyleLbl="node1" presStyleIdx="1" presStyleCnt="8">
        <dgm:presLayoutVars>
          <dgm:bulletEnabled val="1"/>
        </dgm:presLayoutVars>
      </dgm:prSet>
      <dgm:spPr/>
    </dgm:pt>
    <dgm:pt modelId="{21F3A045-521A-402C-A60F-88DEBE1B8745}" type="pres">
      <dgm:prSet presAssocID="{75658AAF-32D7-4FA4-8F1B-D7CD2CAABCF3}" presName="sibTrans" presStyleLbl="sibTrans1D1" presStyleIdx="1" presStyleCnt="7"/>
      <dgm:spPr/>
    </dgm:pt>
    <dgm:pt modelId="{28694470-55E0-46A1-9393-709F4FB04E84}" type="pres">
      <dgm:prSet presAssocID="{75658AAF-32D7-4FA4-8F1B-D7CD2CAABCF3}" presName="connectorText" presStyleLbl="sibTrans1D1" presStyleIdx="1" presStyleCnt="7"/>
      <dgm:spPr/>
    </dgm:pt>
    <dgm:pt modelId="{D23A11A9-8904-40D0-957B-68A72507B7C2}" type="pres">
      <dgm:prSet presAssocID="{ECE42FFA-352B-43BA-A9C6-E3E2728EACA4}" presName="node" presStyleLbl="node1" presStyleIdx="2" presStyleCnt="8">
        <dgm:presLayoutVars>
          <dgm:bulletEnabled val="1"/>
        </dgm:presLayoutVars>
      </dgm:prSet>
      <dgm:spPr/>
    </dgm:pt>
    <dgm:pt modelId="{3C910EA9-496C-4EF1-9FD0-9515FEFC9D98}" type="pres">
      <dgm:prSet presAssocID="{1E769877-D08E-44CD-8D6F-8EC3DA29DE62}" presName="sibTrans" presStyleLbl="sibTrans1D1" presStyleIdx="2" presStyleCnt="7"/>
      <dgm:spPr/>
    </dgm:pt>
    <dgm:pt modelId="{B72C8FA6-01A8-4DAE-9D65-05A88CBF9DA4}" type="pres">
      <dgm:prSet presAssocID="{1E769877-D08E-44CD-8D6F-8EC3DA29DE62}" presName="connectorText" presStyleLbl="sibTrans1D1" presStyleIdx="2" presStyleCnt="7"/>
      <dgm:spPr/>
    </dgm:pt>
    <dgm:pt modelId="{00E8066B-EC12-4636-8CF1-A361C2A298FA}" type="pres">
      <dgm:prSet presAssocID="{38372333-1CBA-45ED-937C-A9A7D338B2B7}" presName="node" presStyleLbl="node1" presStyleIdx="3" presStyleCnt="8">
        <dgm:presLayoutVars>
          <dgm:bulletEnabled val="1"/>
        </dgm:presLayoutVars>
      </dgm:prSet>
      <dgm:spPr/>
    </dgm:pt>
    <dgm:pt modelId="{3156F4C5-627C-4994-A684-7E97B136AD59}" type="pres">
      <dgm:prSet presAssocID="{51D1C618-4E56-47B1-8628-6F821DDA1BE3}" presName="sibTrans" presStyleLbl="sibTrans1D1" presStyleIdx="3" presStyleCnt="7"/>
      <dgm:spPr/>
    </dgm:pt>
    <dgm:pt modelId="{47E4C99D-CA13-47DD-8235-EBAC828CBCDD}" type="pres">
      <dgm:prSet presAssocID="{51D1C618-4E56-47B1-8628-6F821DDA1BE3}" presName="connectorText" presStyleLbl="sibTrans1D1" presStyleIdx="3" presStyleCnt="7"/>
      <dgm:spPr/>
    </dgm:pt>
    <dgm:pt modelId="{8567C763-7295-4FCF-A35A-3EF79D7C0D04}" type="pres">
      <dgm:prSet presAssocID="{CC5F0AB3-7A4F-457C-89F1-E4122602C69A}" presName="node" presStyleLbl="node1" presStyleIdx="4" presStyleCnt="8">
        <dgm:presLayoutVars>
          <dgm:bulletEnabled val="1"/>
        </dgm:presLayoutVars>
      </dgm:prSet>
      <dgm:spPr/>
    </dgm:pt>
    <dgm:pt modelId="{34965D1A-98B0-4724-99B1-3E70C7ED2159}" type="pres">
      <dgm:prSet presAssocID="{3E4B06C3-B391-4342-82C5-62228267C04C}" presName="sibTrans" presStyleLbl="sibTrans1D1" presStyleIdx="4" presStyleCnt="7"/>
      <dgm:spPr/>
    </dgm:pt>
    <dgm:pt modelId="{148FF4CD-FCFD-49EC-970A-567AD7AF3207}" type="pres">
      <dgm:prSet presAssocID="{3E4B06C3-B391-4342-82C5-62228267C04C}" presName="connectorText" presStyleLbl="sibTrans1D1" presStyleIdx="4" presStyleCnt="7"/>
      <dgm:spPr/>
    </dgm:pt>
    <dgm:pt modelId="{307712BB-983A-47FF-84EC-B22F99D416A5}" type="pres">
      <dgm:prSet presAssocID="{78908F84-46DE-4130-B10B-5AEC03F8E749}" presName="node" presStyleLbl="node1" presStyleIdx="5" presStyleCnt="8">
        <dgm:presLayoutVars>
          <dgm:bulletEnabled val="1"/>
        </dgm:presLayoutVars>
      </dgm:prSet>
      <dgm:spPr/>
    </dgm:pt>
    <dgm:pt modelId="{3A7E7D85-F6A3-4040-87B2-C37633B05EAF}" type="pres">
      <dgm:prSet presAssocID="{57FE4A48-6D4F-44D4-8910-4ECD64590ACC}" presName="sibTrans" presStyleLbl="sibTrans1D1" presStyleIdx="5" presStyleCnt="7"/>
      <dgm:spPr/>
    </dgm:pt>
    <dgm:pt modelId="{583F813E-1798-4922-9238-262CCFB9AA6B}" type="pres">
      <dgm:prSet presAssocID="{57FE4A48-6D4F-44D4-8910-4ECD64590ACC}" presName="connectorText" presStyleLbl="sibTrans1D1" presStyleIdx="5" presStyleCnt="7"/>
      <dgm:spPr/>
    </dgm:pt>
    <dgm:pt modelId="{B0F625F4-DCBC-4105-9A36-D8642BB1E267}" type="pres">
      <dgm:prSet presAssocID="{5265B754-D6F5-47C1-89E4-13242E3242A8}" presName="node" presStyleLbl="node1" presStyleIdx="6" presStyleCnt="8">
        <dgm:presLayoutVars>
          <dgm:bulletEnabled val="1"/>
        </dgm:presLayoutVars>
      </dgm:prSet>
      <dgm:spPr/>
    </dgm:pt>
    <dgm:pt modelId="{B497F611-58D0-4636-8322-E0A12C53316F}" type="pres">
      <dgm:prSet presAssocID="{90A209BE-0D18-483D-ABFB-ED3F791B4282}" presName="sibTrans" presStyleLbl="sibTrans1D1" presStyleIdx="6" presStyleCnt="7"/>
      <dgm:spPr/>
    </dgm:pt>
    <dgm:pt modelId="{B88A6A21-59C3-4450-ABFE-C1C17EDA3715}" type="pres">
      <dgm:prSet presAssocID="{90A209BE-0D18-483D-ABFB-ED3F791B4282}" presName="connectorText" presStyleLbl="sibTrans1D1" presStyleIdx="6" presStyleCnt="7"/>
      <dgm:spPr/>
    </dgm:pt>
    <dgm:pt modelId="{D34DE810-4F7E-4A39-8F47-1EB95A75E0BE}" type="pres">
      <dgm:prSet presAssocID="{731B0491-3FA1-4923-A4E0-C154D1D9114F}" presName="node" presStyleLbl="node1" presStyleIdx="7" presStyleCnt="8">
        <dgm:presLayoutVars>
          <dgm:bulletEnabled val="1"/>
        </dgm:presLayoutVars>
      </dgm:prSet>
      <dgm:spPr/>
    </dgm:pt>
  </dgm:ptLst>
  <dgm:cxnLst>
    <dgm:cxn modelId="{AA4E9806-0CED-426F-AA9A-84A38AA4861A}" type="presOf" srcId="{646CFC22-AA99-447F-B13C-0B872E55FEE0}" destId="{5D534523-3AD5-49E3-87DD-4002CF2D42EF}" srcOrd="1" destOrd="0" presId="urn:microsoft.com/office/officeart/2016/7/layout/RepeatingBendingProcessNew"/>
    <dgm:cxn modelId="{5A399F1D-1CCB-4DF4-9A61-51CD6512D1C6}" type="presOf" srcId="{38372333-1CBA-45ED-937C-A9A7D338B2B7}" destId="{00E8066B-EC12-4636-8CF1-A361C2A298FA}" srcOrd="0" destOrd="0" presId="urn:microsoft.com/office/officeart/2016/7/layout/RepeatingBendingProcessNew"/>
    <dgm:cxn modelId="{1D530A24-C9E9-45D1-81E7-4F1915E481C5}" srcId="{8559993F-AC7D-4C5B-90AF-CF775C6A711B}" destId="{78908F84-46DE-4130-B10B-5AEC03F8E749}" srcOrd="5" destOrd="0" parTransId="{4BDC0B87-47B8-40DF-9A0B-B1A8AF8537FA}" sibTransId="{57FE4A48-6D4F-44D4-8910-4ECD64590ACC}"/>
    <dgm:cxn modelId="{50AF052B-44CA-44FB-A2F9-8417499CE645}" type="presOf" srcId="{90A209BE-0D18-483D-ABFB-ED3F791B4282}" destId="{B88A6A21-59C3-4450-ABFE-C1C17EDA3715}" srcOrd="1" destOrd="0" presId="urn:microsoft.com/office/officeart/2016/7/layout/RepeatingBendingProcessNew"/>
    <dgm:cxn modelId="{664F0E30-7A4B-40C5-9D93-C3B5541F1A37}" srcId="{8559993F-AC7D-4C5B-90AF-CF775C6A711B}" destId="{38372333-1CBA-45ED-937C-A9A7D338B2B7}" srcOrd="3" destOrd="0" parTransId="{41BAE627-C418-4BD7-98FE-BB8960EF868A}" sibTransId="{51D1C618-4E56-47B1-8628-6F821DDA1BE3}"/>
    <dgm:cxn modelId="{A9328F34-644F-4589-A082-DC543737B918}" type="presOf" srcId="{5265B754-D6F5-47C1-89E4-13242E3242A8}" destId="{B0F625F4-DCBC-4105-9A36-D8642BB1E267}" srcOrd="0" destOrd="0" presId="urn:microsoft.com/office/officeart/2016/7/layout/RepeatingBendingProcessNew"/>
    <dgm:cxn modelId="{E6D32838-E469-4AB9-BDCF-7BBC6A767AA9}" type="presOf" srcId="{25AECAB2-B1B7-48A7-857A-EE4E23A165FF}" destId="{2AD1023E-1393-4366-A9C2-23138751E307}" srcOrd="0" destOrd="0" presId="urn:microsoft.com/office/officeart/2016/7/layout/RepeatingBendingProcessNew"/>
    <dgm:cxn modelId="{5381DB3D-AC65-4814-A349-E1A6C9E1EA71}" type="presOf" srcId="{731B0491-3FA1-4923-A4E0-C154D1D9114F}" destId="{D34DE810-4F7E-4A39-8F47-1EB95A75E0BE}" srcOrd="0" destOrd="0" presId="urn:microsoft.com/office/officeart/2016/7/layout/RepeatingBendingProcessNew"/>
    <dgm:cxn modelId="{BEEAF641-F551-4A77-989E-24571066AD71}" srcId="{8559993F-AC7D-4C5B-90AF-CF775C6A711B}" destId="{5265B754-D6F5-47C1-89E4-13242E3242A8}" srcOrd="6" destOrd="0" parTransId="{AD01D889-1B73-4147-ABDA-0029D9D084DB}" sibTransId="{90A209BE-0D18-483D-ABFB-ED3F791B4282}"/>
    <dgm:cxn modelId="{A8854842-388A-44B1-8BF2-E34E0BEC6FCF}" srcId="{8559993F-AC7D-4C5B-90AF-CF775C6A711B}" destId="{4DD4E1A0-2E3A-467A-8BD2-73D8F117905E}" srcOrd="0" destOrd="0" parTransId="{C50C9D2C-2831-4A0A-8AE8-1A89F53C740B}" sibTransId="{646CFC22-AA99-447F-B13C-0B872E55FEE0}"/>
    <dgm:cxn modelId="{51766C64-360C-49EB-A437-E506C7ADC9F9}" srcId="{8559993F-AC7D-4C5B-90AF-CF775C6A711B}" destId="{25AECAB2-B1B7-48A7-857A-EE4E23A165FF}" srcOrd="1" destOrd="0" parTransId="{A7D8FF7B-C810-4B66-9AF9-05E52FE56C09}" sibTransId="{75658AAF-32D7-4FA4-8F1B-D7CD2CAABCF3}"/>
    <dgm:cxn modelId="{9070FA6A-81BC-4784-8ED3-F3F6D0152813}" type="presOf" srcId="{1E769877-D08E-44CD-8D6F-8EC3DA29DE62}" destId="{B72C8FA6-01A8-4DAE-9D65-05A88CBF9DA4}" srcOrd="1" destOrd="0" presId="urn:microsoft.com/office/officeart/2016/7/layout/RepeatingBendingProcessNew"/>
    <dgm:cxn modelId="{DD91374F-361E-404E-AD90-6F90E8DA49E4}" type="presOf" srcId="{4DD4E1A0-2E3A-467A-8BD2-73D8F117905E}" destId="{ACD35292-8FF5-4502-866A-B46722E52439}" srcOrd="0" destOrd="0" presId="urn:microsoft.com/office/officeart/2016/7/layout/RepeatingBendingProcessNew"/>
    <dgm:cxn modelId="{3FC1994F-D3ED-4295-8FBB-63769B99D3A8}" type="presOf" srcId="{3E4B06C3-B391-4342-82C5-62228267C04C}" destId="{34965D1A-98B0-4724-99B1-3E70C7ED2159}" srcOrd="0" destOrd="0" presId="urn:microsoft.com/office/officeart/2016/7/layout/RepeatingBendingProcessNew"/>
    <dgm:cxn modelId="{3EA6B550-0257-4395-9085-D4541A729AFF}" type="presOf" srcId="{ECE42FFA-352B-43BA-A9C6-E3E2728EACA4}" destId="{D23A11A9-8904-40D0-957B-68A72507B7C2}" srcOrd="0" destOrd="0" presId="urn:microsoft.com/office/officeart/2016/7/layout/RepeatingBendingProcessNew"/>
    <dgm:cxn modelId="{A0415254-A9BF-4749-8A45-BC6E29806C68}" type="presOf" srcId="{75658AAF-32D7-4FA4-8F1B-D7CD2CAABCF3}" destId="{28694470-55E0-46A1-9393-709F4FB04E84}" srcOrd="1" destOrd="0" presId="urn:microsoft.com/office/officeart/2016/7/layout/RepeatingBendingProcessNew"/>
    <dgm:cxn modelId="{14895275-5011-4369-B328-499A03A17265}" type="presOf" srcId="{51D1C618-4E56-47B1-8628-6F821DDA1BE3}" destId="{3156F4C5-627C-4994-A684-7E97B136AD59}" srcOrd="0" destOrd="0" presId="urn:microsoft.com/office/officeart/2016/7/layout/RepeatingBendingProcessNew"/>
    <dgm:cxn modelId="{9FBF237A-BA1C-4824-A17C-7D7EC6E9EEB0}" type="presOf" srcId="{51D1C618-4E56-47B1-8628-6F821DDA1BE3}" destId="{47E4C99D-CA13-47DD-8235-EBAC828CBCDD}" srcOrd="1" destOrd="0" presId="urn:microsoft.com/office/officeart/2016/7/layout/RepeatingBendingProcessNew"/>
    <dgm:cxn modelId="{21E4DF7C-9027-4C4F-831D-B69EEC6788BB}" type="presOf" srcId="{1E769877-D08E-44CD-8D6F-8EC3DA29DE62}" destId="{3C910EA9-496C-4EF1-9FD0-9515FEFC9D98}" srcOrd="0" destOrd="0" presId="urn:microsoft.com/office/officeart/2016/7/layout/RepeatingBendingProcessNew"/>
    <dgm:cxn modelId="{F818817F-144A-4683-98E9-69A1A0F1A0C0}" type="presOf" srcId="{57FE4A48-6D4F-44D4-8910-4ECD64590ACC}" destId="{583F813E-1798-4922-9238-262CCFB9AA6B}" srcOrd="1" destOrd="0" presId="urn:microsoft.com/office/officeart/2016/7/layout/RepeatingBendingProcessNew"/>
    <dgm:cxn modelId="{C09BA286-19ED-41C5-A068-A427534AB2E3}" type="presOf" srcId="{3E4B06C3-B391-4342-82C5-62228267C04C}" destId="{148FF4CD-FCFD-49EC-970A-567AD7AF3207}" srcOrd="1" destOrd="0" presId="urn:microsoft.com/office/officeart/2016/7/layout/RepeatingBendingProcessNew"/>
    <dgm:cxn modelId="{C422D29E-D455-4F3F-B1D4-2FC75029D180}" type="presOf" srcId="{78908F84-46DE-4130-B10B-5AEC03F8E749}" destId="{307712BB-983A-47FF-84EC-B22F99D416A5}" srcOrd="0" destOrd="0" presId="urn:microsoft.com/office/officeart/2016/7/layout/RepeatingBendingProcessNew"/>
    <dgm:cxn modelId="{3EDE9FA4-1E36-45CA-8E6E-D7E44D68F5EA}" type="presOf" srcId="{8559993F-AC7D-4C5B-90AF-CF775C6A711B}" destId="{CCE6D446-D755-4ABC-99E4-1514AE4FC9ED}" srcOrd="0" destOrd="0" presId="urn:microsoft.com/office/officeart/2016/7/layout/RepeatingBendingProcessNew"/>
    <dgm:cxn modelId="{C37777BD-FF35-41E3-A05F-C641F423F2D8}" srcId="{8559993F-AC7D-4C5B-90AF-CF775C6A711B}" destId="{ECE42FFA-352B-43BA-A9C6-E3E2728EACA4}" srcOrd="2" destOrd="0" parTransId="{AEDD7B01-18E8-4615-8A16-CAA5F9177A5A}" sibTransId="{1E769877-D08E-44CD-8D6F-8EC3DA29DE62}"/>
    <dgm:cxn modelId="{B85059C1-133F-4745-A448-E90FC65FAA7E}" type="presOf" srcId="{57FE4A48-6D4F-44D4-8910-4ECD64590ACC}" destId="{3A7E7D85-F6A3-4040-87B2-C37633B05EAF}" srcOrd="0" destOrd="0" presId="urn:microsoft.com/office/officeart/2016/7/layout/RepeatingBendingProcessNew"/>
    <dgm:cxn modelId="{E1F520D8-7C01-4E30-BF4B-00351C77C34F}" type="presOf" srcId="{CC5F0AB3-7A4F-457C-89F1-E4122602C69A}" destId="{8567C763-7295-4FCF-A35A-3EF79D7C0D04}" srcOrd="0" destOrd="0" presId="urn:microsoft.com/office/officeart/2016/7/layout/RepeatingBendingProcessNew"/>
    <dgm:cxn modelId="{C73288DD-2902-49AF-BDFA-173741D70412}" srcId="{8559993F-AC7D-4C5B-90AF-CF775C6A711B}" destId="{CC5F0AB3-7A4F-457C-89F1-E4122602C69A}" srcOrd="4" destOrd="0" parTransId="{31743B4C-F4EB-4209-934E-E52A90AE0277}" sibTransId="{3E4B06C3-B391-4342-82C5-62228267C04C}"/>
    <dgm:cxn modelId="{D5FD1EE7-F19E-4B89-9066-ECF755DCFD0E}" srcId="{8559993F-AC7D-4C5B-90AF-CF775C6A711B}" destId="{731B0491-3FA1-4923-A4E0-C154D1D9114F}" srcOrd="7" destOrd="0" parTransId="{6144C4DE-45ED-4D0A-BF9E-E45F2AD7714F}" sibTransId="{62808B32-DE44-4CE7-8484-24006801FDB1}"/>
    <dgm:cxn modelId="{4EED9BE9-EBCD-41F2-AD90-2F7CC186134C}" type="presOf" srcId="{646CFC22-AA99-447F-B13C-0B872E55FEE0}" destId="{F7FC1E07-F651-417E-A0EE-B6349FE8B89B}" srcOrd="0" destOrd="0" presId="urn:microsoft.com/office/officeart/2016/7/layout/RepeatingBendingProcessNew"/>
    <dgm:cxn modelId="{96E90FEC-27BF-4D6F-958B-88EAA52DAA82}" type="presOf" srcId="{75658AAF-32D7-4FA4-8F1B-D7CD2CAABCF3}" destId="{21F3A045-521A-402C-A60F-88DEBE1B8745}" srcOrd="0" destOrd="0" presId="urn:microsoft.com/office/officeart/2016/7/layout/RepeatingBendingProcessNew"/>
    <dgm:cxn modelId="{CEB839F9-09CC-497A-A6B9-7C80BDA41B03}" type="presOf" srcId="{90A209BE-0D18-483D-ABFB-ED3F791B4282}" destId="{B497F611-58D0-4636-8322-E0A12C53316F}" srcOrd="0" destOrd="0" presId="urn:microsoft.com/office/officeart/2016/7/layout/RepeatingBendingProcessNew"/>
    <dgm:cxn modelId="{7333A906-7F10-4557-84FB-46B9393D0ABA}" type="presParOf" srcId="{CCE6D446-D755-4ABC-99E4-1514AE4FC9ED}" destId="{ACD35292-8FF5-4502-866A-B46722E52439}" srcOrd="0" destOrd="0" presId="urn:microsoft.com/office/officeart/2016/7/layout/RepeatingBendingProcessNew"/>
    <dgm:cxn modelId="{47D7A812-067D-4B89-B271-47F9CFEFA327}" type="presParOf" srcId="{CCE6D446-D755-4ABC-99E4-1514AE4FC9ED}" destId="{F7FC1E07-F651-417E-A0EE-B6349FE8B89B}" srcOrd="1" destOrd="0" presId="urn:microsoft.com/office/officeart/2016/7/layout/RepeatingBendingProcessNew"/>
    <dgm:cxn modelId="{3CCC1340-5F04-4625-9697-FF1850E6CD7C}" type="presParOf" srcId="{F7FC1E07-F651-417E-A0EE-B6349FE8B89B}" destId="{5D534523-3AD5-49E3-87DD-4002CF2D42EF}" srcOrd="0" destOrd="0" presId="urn:microsoft.com/office/officeart/2016/7/layout/RepeatingBendingProcessNew"/>
    <dgm:cxn modelId="{AA80B2A1-386D-465E-9F36-55C617E12534}" type="presParOf" srcId="{CCE6D446-D755-4ABC-99E4-1514AE4FC9ED}" destId="{2AD1023E-1393-4366-A9C2-23138751E307}" srcOrd="2" destOrd="0" presId="urn:microsoft.com/office/officeart/2016/7/layout/RepeatingBendingProcessNew"/>
    <dgm:cxn modelId="{B4EC9061-1489-438A-B5B6-07F4F12DFF59}" type="presParOf" srcId="{CCE6D446-D755-4ABC-99E4-1514AE4FC9ED}" destId="{21F3A045-521A-402C-A60F-88DEBE1B8745}" srcOrd="3" destOrd="0" presId="urn:microsoft.com/office/officeart/2016/7/layout/RepeatingBendingProcessNew"/>
    <dgm:cxn modelId="{6B2F800A-32AD-450D-A3C2-4886F8A594FE}" type="presParOf" srcId="{21F3A045-521A-402C-A60F-88DEBE1B8745}" destId="{28694470-55E0-46A1-9393-709F4FB04E84}" srcOrd="0" destOrd="0" presId="urn:microsoft.com/office/officeart/2016/7/layout/RepeatingBendingProcessNew"/>
    <dgm:cxn modelId="{7E1205D8-3D1A-4DE1-81B8-67D02F30F321}" type="presParOf" srcId="{CCE6D446-D755-4ABC-99E4-1514AE4FC9ED}" destId="{D23A11A9-8904-40D0-957B-68A72507B7C2}" srcOrd="4" destOrd="0" presId="urn:microsoft.com/office/officeart/2016/7/layout/RepeatingBendingProcessNew"/>
    <dgm:cxn modelId="{66155CC7-B36D-4AFA-95A5-7AA98CD2A5BF}" type="presParOf" srcId="{CCE6D446-D755-4ABC-99E4-1514AE4FC9ED}" destId="{3C910EA9-496C-4EF1-9FD0-9515FEFC9D98}" srcOrd="5" destOrd="0" presId="urn:microsoft.com/office/officeart/2016/7/layout/RepeatingBendingProcessNew"/>
    <dgm:cxn modelId="{16D2AEC4-3372-4D5F-988C-62A28761E4DD}" type="presParOf" srcId="{3C910EA9-496C-4EF1-9FD0-9515FEFC9D98}" destId="{B72C8FA6-01A8-4DAE-9D65-05A88CBF9DA4}" srcOrd="0" destOrd="0" presId="urn:microsoft.com/office/officeart/2016/7/layout/RepeatingBendingProcessNew"/>
    <dgm:cxn modelId="{E88B3B11-DE89-4EA2-80F6-EC2B095CD72C}" type="presParOf" srcId="{CCE6D446-D755-4ABC-99E4-1514AE4FC9ED}" destId="{00E8066B-EC12-4636-8CF1-A361C2A298FA}" srcOrd="6" destOrd="0" presId="urn:microsoft.com/office/officeart/2016/7/layout/RepeatingBendingProcessNew"/>
    <dgm:cxn modelId="{A58FE473-9B8C-4E37-B7CE-EA48CB8FFC99}" type="presParOf" srcId="{CCE6D446-D755-4ABC-99E4-1514AE4FC9ED}" destId="{3156F4C5-627C-4994-A684-7E97B136AD59}" srcOrd="7" destOrd="0" presId="urn:microsoft.com/office/officeart/2016/7/layout/RepeatingBendingProcessNew"/>
    <dgm:cxn modelId="{2C08E159-4679-4D95-9BBF-C252028A48E4}" type="presParOf" srcId="{3156F4C5-627C-4994-A684-7E97B136AD59}" destId="{47E4C99D-CA13-47DD-8235-EBAC828CBCDD}" srcOrd="0" destOrd="0" presId="urn:microsoft.com/office/officeart/2016/7/layout/RepeatingBendingProcessNew"/>
    <dgm:cxn modelId="{DED1DFC1-4770-477B-9701-00D5FC357E13}" type="presParOf" srcId="{CCE6D446-D755-4ABC-99E4-1514AE4FC9ED}" destId="{8567C763-7295-4FCF-A35A-3EF79D7C0D04}" srcOrd="8" destOrd="0" presId="urn:microsoft.com/office/officeart/2016/7/layout/RepeatingBendingProcessNew"/>
    <dgm:cxn modelId="{2AD2A3E6-685F-4273-AC27-AB6324583A2F}" type="presParOf" srcId="{CCE6D446-D755-4ABC-99E4-1514AE4FC9ED}" destId="{34965D1A-98B0-4724-99B1-3E70C7ED2159}" srcOrd="9" destOrd="0" presId="urn:microsoft.com/office/officeart/2016/7/layout/RepeatingBendingProcessNew"/>
    <dgm:cxn modelId="{FD70B71D-C0AA-4CAF-99EE-950E8FE3E24F}" type="presParOf" srcId="{34965D1A-98B0-4724-99B1-3E70C7ED2159}" destId="{148FF4CD-FCFD-49EC-970A-567AD7AF3207}" srcOrd="0" destOrd="0" presId="urn:microsoft.com/office/officeart/2016/7/layout/RepeatingBendingProcessNew"/>
    <dgm:cxn modelId="{388CF739-0E02-4C24-8B8E-D629EF71D898}" type="presParOf" srcId="{CCE6D446-D755-4ABC-99E4-1514AE4FC9ED}" destId="{307712BB-983A-47FF-84EC-B22F99D416A5}" srcOrd="10" destOrd="0" presId="urn:microsoft.com/office/officeart/2016/7/layout/RepeatingBendingProcessNew"/>
    <dgm:cxn modelId="{48B5F42E-8E45-4678-ABE2-D234DDBF585D}" type="presParOf" srcId="{CCE6D446-D755-4ABC-99E4-1514AE4FC9ED}" destId="{3A7E7D85-F6A3-4040-87B2-C37633B05EAF}" srcOrd="11" destOrd="0" presId="urn:microsoft.com/office/officeart/2016/7/layout/RepeatingBendingProcessNew"/>
    <dgm:cxn modelId="{7F06E78A-E832-48D4-B65F-5131A4B10397}" type="presParOf" srcId="{3A7E7D85-F6A3-4040-87B2-C37633B05EAF}" destId="{583F813E-1798-4922-9238-262CCFB9AA6B}" srcOrd="0" destOrd="0" presId="urn:microsoft.com/office/officeart/2016/7/layout/RepeatingBendingProcessNew"/>
    <dgm:cxn modelId="{7C721FF6-F485-4840-AD23-873FBE7BEE7C}" type="presParOf" srcId="{CCE6D446-D755-4ABC-99E4-1514AE4FC9ED}" destId="{B0F625F4-DCBC-4105-9A36-D8642BB1E267}" srcOrd="12" destOrd="0" presId="urn:microsoft.com/office/officeart/2016/7/layout/RepeatingBendingProcessNew"/>
    <dgm:cxn modelId="{95366C0E-1C2D-4103-92E2-52DBE81AA7B4}" type="presParOf" srcId="{CCE6D446-D755-4ABC-99E4-1514AE4FC9ED}" destId="{B497F611-58D0-4636-8322-E0A12C53316F}" srcOrd="13" destOrd="0" presId="urn:microsoft.com/office/officeart/2016/7/layout/RepeatingBendingProcessNew"/>
    <dgm:cxn modelId="{E1397B52-D4D1-4F37-918D-9DB48A2DDAD3}" type="presParOf" srcId="{B497F611-58D0-4636-8322-E0A12C53316F}" destId="{B88A6A21-59C3-4450-ABFE-C1C17EDA3715}" srcOrd="0" destOrd="0" presId="urn:microsoft.com/office/officeart/2016/7/layout/RepeatingBendingProcessNew"/>
    <dgm:cxn modelId="{AD52D924-B828-4D4F-AD45-78DFD204392A}" type="presParOf" srcId="{CCE6D446-D755-4ABC-99E4-1514AE4FC9ED}" destId="{D34DE810-4F7E-4A39-8F47-1EB95A75E0BE}" srcOrd="14"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FC1E07-F651-417E-A0EE-B6349FE8B89B}">
      <dsp:nvSpPr>
        <dsp:cNvPr id="0" name=""/>
        <dsp:cNvSpPr/>
      </dsp:nvSpPr>
      <dsp:spPr>
        <a:xfrm>
          <a:off x="1729467" y="1043843"/>
          <a:ext cx="367220" cy="91440"/>
        </a:xfrm>
        <a:custGeom>
          <a:avLst/>
          <a:gdLst/>
          <a:ahLst/>
          <a:cxnLst/>
          <a:rect l="0" t="0" r="0" b="0"/>
          <a:pathLst>
            <a:path>
              <a:moveTo>
                <a:pt x="0" y="45720"/>
              </a:moveTo>
              <a:lnTo>
                <a:pt x="367220" y="45720"/>
              </a:lnTo>
            </a:path>
          </a:pathLst>
        </a:custGeom>
        <a:noFill/>
        <a:ln w="9525"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03131" y="1087574"/>
        <a:ext cx="19891" cy="3978"/>
      </dsp:txXfrm>
    </dsp:sp>
    <dsp:sp modelId="{ACD35292-8FF5-4502-866A-B46722E52439}">
      <dsp:nvSpPr>
        <dsp:cNvPr id="0" name=""/>
        <dsp:cNvSpPr/>
      </dsp:nvSpPr>
      <dsp:spPr>
        <a:xfrm>
          <a:off x="1614" y="570667"/>
          <a:ext cx="1729652" cy="1037791"/>
        </a:xfrm>
        <a:prstGeom prst="rect">
          <a:avLst/>
        </a:prstGeom>
        <a:solidFill>
          <a:schemeClr val="accent2">
            <a:hueOff val="0"/>
            <a:satOff val="0"/>
            <a:lumOff val="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4754" tIns="88965" rIns="84754" bIns="88965" numCol="1" spcCol="1270" anchor="ctr" anchorCtr="0">
          <a:noAutofit/>
        </a:bodyPr>
        <a:lstStyle/>
        <a:p>
          <a:pPr marL="0" lvl="0" indent="0" algn="ctr" defTabSz="933450">
            <a:lnSpc>
              <a:spcPct val="90000"/>
            </a:lnSpc>
            <a:spcBef>
              <a:spcPct val="0"/>
            </a:spcBef>
            <a:spcAft>
              <a:spcPct val="35000"/>
            </a:spcAft>
            <a:buNone/>
          </a:pPr>
          <a:r>
            <a:rPr lang="id-ID" sz="2100" kern="1200"/>
            <a:t>Judul</a:t>
          </a:r>
          <a:endParaRPr lang="en-US" sz="2100" kern="1200"/>
        </a:p>
      </dsp:txBody>
      <dsp:txXfrm>
        <a:off x="1614" y="570667"/>
        <a:ext cx="1729652" cy="1037791"/>
      </dsp:txXfrm>
    </dsp:sp>
    <dsp:sp modelId="{21F3A045-521A-402C-A60F-88DEBE1B8745}">
      <dsp:nvSpPr>
        <dsp:cNvPr id="0" name=""/>
        <dsp:cNvSpPr/>
      </dsp:nvSpPr>
      <dsp:spPr>
        <a:xfrm>
          <a:off x="3856939" y="1043843"/>
          <a:ext cx="367220" cy="91440"/>
        </a:xfrm>
        <a:custGeom>
          <a:avLst/>
          <a:gdLst/>
          <a:ahLst/>
          <a:cxnLst/>
          <a:rect l="0" t="0" r="0" b="0"/>
          <a:pathLst>
            <a:path>
              <a:moveTo>
                <a:pt x="0" y="45720"/>
              </a:moveTo>
              <a:lnTo>
                <a:pt x="367220" y="45720"/>
              </a:lnTo>
            </a:path>
          </a:pathLst>
        </a:custGeom>
        <a:noFill/>
        <a:ln w="9525" cap="rnd" cmpd="sng" algn="ctr">
          <a:solidFill>
            <a:schemeClr val="accent2">
              <a:hueOff val="-1459072"/>
              <a:satOff val="-1317"/>
              <a:lumOff val="-294"/>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30603" y="1087574"/>
        <a:ext cx="19891" cy="3978"/>
      </dsp:txXfrm>
    </dsp:sp>
    <dsp:sp modelId="{2AD1023E-1393-4366-A9C2-23138751E307}">
      <dsp:nvSpPr>
        <dsp:cNvPr id="0" name=""/>
        <dsp:cNvSpPr/>
      </dsp:nvSpPr>
      <dsp:spPr>
        <a:xfrm>
          <a:off x="2129087" y="570667"/>
          <a:ext cx="1729652" cy="1037791"/>
        </a:xfrm>
        <a:prstGeom prst="rect">
          <a:avLst/>
        </a:prstGeom>
        <a:solidFill>
          <a:schemeClr val="accent2">
            <a:hueOff val="-1250633"/>
            <a:satOff val="-1129"/>
            <a:lumOff val="-252"/>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4754" tIns="88965" rIns="84754" bIns="88965" numCol="1" spcCol="1270" anchor="ctr" anchorCtr="0">
          <a:noAutofit/>
        </a:bodyPr>
        <a:lstStyle/>
        <a:p>
          <a:pPr marL="0" lvl="0" indent="0" algn="ctr" defTabSz="933450">
            <a:lnSpc>
              <a:spcPct val="90000"/>
            </a:lnSpc>
            <a:spcBef>
              <a:spcPct val="0"/>
            </a:spcBef>
            <a:spcAft>
              <a:spcPct val="35000"/>
            </a:spcAft>
            <a:buNone/>
          </a:pPr>
          <a:r>
            <a:rPr lang="id-ID" sz="2100" kern="1200"/>
            <a:t>Latar Belakang</a:t>
          </a:r>
          <a:endParaRPr lang="en-US" sz="2100" kern="1200"/>
        </a:p>
      </dsp:txBody>
      <dsp:txXfrm>
        <a:off x="2129087" y="570667"/>
        <a:ext cx="1729652" cy="1037791"/>
      </dsp:txXfrm>
    </dsp:sp>
    <dsp:sp modelId="{3C910EA9-496C-4EF1-9FD0-9515FEFC9D98}">
      <dsp:nvSpPr>
        <dsp:cNvPr id="0" name=""/>
        <dsp:cNvSpPr/>
      </dsp:nvSpPr>
      <dsp:spPr>
        <a:xfrm>
          <a:off x="5984411" y="1043843"/>
          <a:ext cx="367220" cy="91440"/>
        </a:xfrm>
        <a:custGeom>
          <a:avLst/>
          <a:gdLst/>
          <a:ahLst/>
          <a:cxnLst/>
          <a:rect l="0" t="0" r="0" b="0"/>
          <a:pathLst>
            <a:path>
              <a:moveTo>
                <a:pt x="0" y="45720"/>
              </a:moveTo>
              <a:lnTo>
                <a:pt x="367220" y="45720"/>
              </a:lnTo>
            </a:path>
          </a:pathLst>
        </a:custGeom>
        <a:noFill/>
        <a:ln w="9525" cap="rnd" cmpd="sng" algn="ctr">
          <a:solidFill>
            <a:schemeClr val="accent2">
              <a:hueOff val="-2918144"/>
              <a:satOff val="-2633"/>
              <a:lumOff val="-587"/>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58076" y="1087574"/>
        <a:ext cx="19891" cy="3978"/>
      </dsp:txXfrm>
    </dsp:sp>
    <dsp:sp modelId="{D23A11A9-8904-40D0-957B-68A72507B7C2}">
      <dsp:nvSpPr>
        <dsp:cNvPr id="0" name=""/>
        <dsp:cNvSpPr/>
      </dsp:nvSpPr>
      <dsp:spPr>
        <a:xfrm>
          <a:off x="4256559" y="570667"/>
          <a:ext cx="1729652" cy="1037791"/>
        </a:xfrm>
        <a:prstGeom prst="rect">
          <a:avLst/>
        </a:prstGeom>
        <a:solidFill>
          <a:schemeClr val="accent2">
            <a:hueOff val="-2501266"/>
            <a:satOff val="-2257"/>
            <a:lumOff val="-503"/>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4754" tIns="88965" rIns="84754" bIns="88965" numCol="1" spcCol="1270" anchor="ctr" anchorCtr="0">
          <a:noAutofit/>
        </a:bodyPr>
        <a:lstStyle/>
        <a:p>
          <a:pPr marL="0" lvl="0" indent="0" algn="ctr" defTabSz="933450">
            <a:lnSpc>
              <a:spcPct val="90000"/>
            </a:lnSpc>
            <a:spcBef>
              <a:spcPct val="0"/>
            </a:spcBef>
            <a:spcAft>
              <a:spcPct val="35000"/>
            </a:spcAft>
            <a:buNone/>
          </a:pPr>
          <a:r>
            <a:rPr lang="id-ID" sz="2100" kern="1200"/>
            <a:t>Rumusan Masalah</a:t>
          </a:r>
          <a:endParaRPr lang="en-US" sz="2100" kern="1200"/>
        </a:p>
      </dsp:txBody>
      <dsp:txXfrm>
        <a:off x="4256559" y="570667"/>
        <a:ext cx="1729652" cy="1037791"/>
      </dsp:txXfrm>
    </dsp:sp>
    <dsp:sp modelId="{3156F4C5-627C-4994-A684-7E97B136AD59}">
      <dsp:nvSpPr>
        <dsp:cNvPr id="0" name=""/>
        <dsp:cNvSpPr/>
      </dsp:nvSpPr>
      <dsp:spPr>
        <a:xfrm>
          <a:off x="866440" y="1606658"/>
          <a:ext cx="6382417" cy="367220"/>
        </a:xfrm>
        <a:custGeom>
          <a:avLst/>
          <a:gdLst/>
          <a:ahLst/>
          <a:cxnLst/>
          <a:rect l="0" t="0" r="0" b="0"/>
          <a:pathLst>
            <a:path>
              <a:moveTo>
                <a:pt x="6382417" y="0"/>
              </a:moveTo>
              <a:lnTo>
                <a:pt x="6382417" y="200710"/>
              </a:lnTo>
              <a:lnTo>
                <a:pt x="0" y="200710"/>
              </a:lnTo>
              <a:lnTo>
                <a:pt x="0" y="367220"/>
              </a:lnTo>
            </a:path>
          </a:pathLst>
        </a:custGeom>
        <a:noFill/>
        <a:ln w="9525" cap="rnd" cmpd="sng" algn="ctr">
          <a:solidFill>
            <a:schemeClr val="accent2">
              <a:hueOff val="-4377215"/>
              <a:satOff val="-3950"/>
              <a:lumOff val="-881"/>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97779" y="1788279"/>
        <a:ext cx="319740" cy="3978"/>
      </dsp:txXfrm>
    </dsp:sp>
    <dsp:sp modelId="{00E8066B-EC12-4636-8CF1-A361C2A298FA}">
      <dsp:nvSpPr>
        <dsp:cNvPr id="0" name=""/>
        <dsp:cNvSpPr/>
      </dsp:nvSpPr>
      <dsp:spPr>
        <a:xfrm>
          <a:off x="6384031" y="570667"/>
          <a:ext cx="1729652" cy="1037791"/>
        </a:xfrm>
        <a:prstGeom prst="rect">
          <a:avLst/>
        </a:prstGeom>
        <a:solidFill>
          <a:schemeClr val="accent2">
            <a:hueOff val="-3751899"/>
            <a:satOff val="-3386"/>
            <a:lumOff val="-755"/>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4754" tIns="88965" rIns="84754" bIns="88965" numCol="1" spcCol="1270" anchor="ctr" anchorCtr="0">
          <a:noAutofit/>
        </a:bodyPr>
        <a:lstStyle/>
        <a:p>
          <a:pPr marL="0" lvl="0" indent="0" algn="ctr" defTabSz="933450">
            <a:lnSpc>
              <a:spcPct val="90000"/>
            </a:lnSpc>
            <a:spcBef>
              <a:spcPct val="0"/>
            </a:spcBef>
            <a:spcAft>
              <a:spcPct val="35000"/>
            </a:spcAft>
            <a:buNone/>
          </a:pPr>
          <a:r>
            <a:rPr lang="id-ID" sz="2100" kern="1200"/>
            <a:t>Tujuan</a:t>
          </a:r>
          <a:endParaRPr lang="en-US" sz="2100" kern="1200"/>
        </a:p>
      </dsp:txBody>
      <dsp:txXfrm>
        <a:off x="6384031" y="570667"/>
        <a:ext cx="1729652" cy="1037791"/>
      </dsp:txXfrm>
    </dsp:sp>
    <dsp:sp modelId="{34965D1A-98B0-4724-99B1-3E70C7ED2159}">
      <dsp:nvSpPr>
        <dsp:cNvPr id="0" name=""/>
        <dsp:cNvSpPr/>
      </dsp:nvSpPr>
      <dsp:spPr>
        <a:xfrm>
          <a:off x="1729467" y="2479454"/>
          <a:ext cx="367220" cy="91440"/>
        </a:xfrm>
        <a:custGeom>
          <a:avLst/>
          <a:gdLst/>
          <a:ahLst/>
          <a:cxnLst/>
          <a:rect l="0" t="0" r="0" b="0"/>
          <a:pathLst>
            <a:path>
              <a:moveTo>
                <a:pt x="0" y="45720"/>
              </a:moveTo>
              <a:lnTo>
                <a:pt x="367220" y="45720"/>
              </a:lnTo>
            </a:path>
          </a:pathLst>
        </a:custGeom>
        <a:noFill/>
        <a:ln w="9525" cap="rnd" cmpd="sng" algn="ctr">
          <a:solidFill>
            <a:schemeClr val="accent2">
              <a:hueOff val="-5836287"/>
              <a:satOff val="-5267"/>
              <a:lumOff val="-1175"/>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03131" y="2523185"/>
        <a:ext cx="19891" cy="3978"/>
      </dsp:txXfrm>
    </dsp:sp>
    <dsp:sp modelId="{8567C763-7295-4FCF-A35A-3EF79D7C0D04}">
      <dsp:nvSpPr>
        <dsp:cNvPr id="0" name=""/>
        <dsp:cNvSpPr/>
      </dsp:nvSpPr>
      <dsp:spPr>
        <a:xfrm>
          <a:off x="1614" y="2006279"/>
          <a:ext cx="1729652" cy="1037791"/>
        </a:xfrm>
        <a:prstGeom prst="rect">
          <a:avLst/>
        </a:prstGeom>
        <a:solidFill>
          <a:schemeClr val="accent2">
            <a:hueOff val="-5002532"/>
            <a:satOff val="-4514"/>
            <a:lumOff val="-1007"/>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4754" tIns="88965" rIns="84754" bIns="88965" numCol="1" spcCol="1270" anchor="ctr" anchorCtr="0">
          <a:noAutofit/>
        </a:bodyPr>
        <a:lstStyle/>
        <a:p>
          <a:pPr marL="0" lvl="0" indent="0" algn="ctr" defTabSz="933450">
            <a:lnSpc>
              <a:spcPct val="90000"/>
            </a:lnSpc>
            <a:spcBef>
              <a:spcPct val="0"/>
            </a:spcBef>
            <a:spcAft>
              <a:spcPct val="35000"/>
            </a:spcAft>
            <a:buNone/>
          </a:pPr>
          <a:r>
            <a:rPr lang="id-ID" sz="2100" kern="1200"/>
            <a:t>Manfaat</a:t>
          </a:r>
          <a:endParaRPr lang="en-US" sz="2100" kern="1200"/>
        </a:p>
      </dsp:txBody>
      <dsp:txXfrm>
        <a:off x="1614" y="2006279"/>
        <a:ext cx="1729652" cy="1037791"/>
      </dsp:txXfrm>
    </dsp:sp>
    <dsp:sp modelId="{3A7E7D85-F6A3-4040-87B2-C37633B05EAF}">
      <dsp:nvSpPr>
        <dsp:cNvPr id="0" name=""/>
        <dsp:cNvSpPr/>
      </dsp:nvSpPr>
      <dsp:spPr>
        <a:xfrm>
          <a:off x="3856939" y="2479454"/>
          <a:ext cx="367220" cy="91440"/>
        </a:xfrm>
        <a:custGeom>
          <a:avLst/>
          <a:gdLst/>
          <a:ahLst/>
          <a:cxnLst/>
          <a:rect l="0" t="0" r="0" b="0"/>
          <a:pathLst>
            <a:path>
              <a:moveTo>
                <a:pt x="0" y="45720"/>
              </a:moveTo>
              <a:lnTo>
                <a:pt x="367220" y="45720"/>
              </a:lnTo>
            </a:path>
          </a:pathLst>
        </a:custGeom>
        <a:noFill/>
        <a:ln w="9525" cap="rnd" cmpd="sng" algn="ctr">
          <a:solidFill>
            <a:schemeClr val="accent2">
              <a:hueOff val="-7295359"/>
              <a:satOff val="-6583"/>
              <a:lumOff val="-1468"/>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30603" y="2523185"/>
        <a:ext cx="19891" cy="3978"/>
      </dsp:txXfrm>
    </dsp:sp>
    <dsp:sp modelId="{307712BB-983A-47FF-84EC-B22F99D416A5}">
      <dsp:nvSpPr>
        <dsp:cNvPr id="0" name=""/>
        <dsp:cNvSpPr/>
      </dsp:nvSpPr>
      <dsp:spPr>
        <a:xfrm>
          <a:off x="2129087" y="2006279"/>
          <a:ext cx="1729652" cy="1037791"/>
        </a:xfrm>
        <a:prstGeom prst="rect">
          <a:avLst/>
        </a:prstGeom>
        <a:solidFill>
          <a:schemeClr val="accent2">
            <a:hueOff val="-6253165"/>
            <a:satOff val="-5643"/>
            <a:lumOff val="-1259"/>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4754" tIns="88965" rIns="84754" bIns="88965" numCol="1" spcCol="1270" anchor="ctr" anchorCtr="0">
          <a:noAutofit/>
        </a:bodyPr>
        <a:lstStyle/>
        <a:p>
          <a:pPr marL="0" lvl="0" indent="0" algn="ctr" defTabSz="933450">
            <a:lnSpc>
              <a:spcPct val="90000"/>
            </a:lnSpc>
            <a:spcBef>
              <a:spcPct val="0"/>
            </a:spcBef>
            <a:spcAft>
              <a:spcPct val="35000"/>
            </a:spcAft>
            <a:buNone/>
          </a:pPr>
          <a:r>
            <a:rPr lang="id-ID" sz="2100" kern="1200"/>
            <a:t>Ruang Lingkup</a:t>
          </a:r>
          <a:endParaRPr lang="en-US" sz="2100" kern="1200"/>
        </a:p>
      </dsp:txBody>
      <dsp:txXfrm>
        <a:off x="2129087" y="2006279"/>
        <a:ext cx="1729652" cy="1037791"/>
      </dsp:txXfrm>
    </dsp:sp>
    <dsp:sp modelId="{B497F611-58D0-4636-8322-E0A12C53316F}">
      <dsp:nvSpPr>
        <dsp:cNvPr id="0" name=""/>
        <dsp:cNvSpPr/>
      </dsp:nvSpPr>
      <dsp:spPr>
        <a:xfrm>
          <a:off x="5984411" y="2479454"/>
          <a:ext cx="367220" cy="91440"/>
        </a:xfrm>
        <a:custGeom>
          <a:avLst/>
          <a:gdLst/>
          <a:ahLst/>
          <a:cxnLst/>
          <a:rect l="0" t="0" r="0" b="0"/>
          <a:pathLst>
            <a:path>
              <a:moveTo>
                <a:pt x="0" y="45720"/>
              </a:moveTo>
              <a:lnTo>
                <a:pt x="367220" y="45720"/>
              </a:lnTo>
            </a:path>
          </a:pathLst>
        </a:custGeom>
        <a:noFill/>
        <a:ln w="9525" cap="rnd" cmpd="sng" algn="ctr">
          <a:solidFill>
            <a:schemeClr val="accent2">
              <a:hueOff val="-8754431"/>
              <a:satOff val="-7900"/>
              <a:lumOff val="-1762"/>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58076" y="2523185"/>
        <a:ext cx="19891" cy="3978"/>
      </dsp:txXfrm>
    </dsp:sp>
    <dsp:sp modelId="{B0F625F4-DCBC-4105-9A36-D8642BB1E267}">
      <dsp:nvSpPr>
        <dsp:cNvPr id="0" name=""/>
        <dsp:cNvSpPr/>
      </dsp:nvSpPr>
      <dsp:spPr>
        <a:xfrm>
          <a:off x="4256559" y="2006279"/>
          <a:ext cx="1729652" cy="1037791"/>
        </a:xfrm>
        <a:prstGeom prst="rect">
          <a:avLst/>
        </a:prstGeom>
        <a:solidFill>
          <a:schemeClr val="accent2">
            <a:hueOff val="-7503798"/>
            <a:satOff val="-6771"/>
            <a:lumOff val="-1510"/>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4754" tIns="88965" rIns="84754" bIns="88965" numCol="1" spcCol="1270" anchor="ctr" anchorCtr="0">
          <a:noAutofit/>
        </a:bodyPr>
        <a:lstStyle/>
        <a:p>
          <a:pPr marL="0" lvl="0" indent="0" algn="ctr" defTabSz="933450">
            <a:lnSpc>
              <a:spcPct val="90000"/>
            </a:lnSpc>
            <a:spcBef>
              <a:spcPct val="0"/>
            </a:spcBef>
            <a:spcAft>
              <a:spcPct val="35000"/>
            </a:spcAft>
            <a:buNone/>
          </a:pPr>
          <a:r>
            <a:rPr lang="id-ID" sz="2100" kern="1200"/>
            <a:t>Metodologi Penelitian</a:t>
          </a:r>
          <a:endParaRPr lang="en-US" sz="2100" kern="1200"/>
        </a:p>
      </dsp:txBody>
      <dsp:txXfrm>
        <a:off x="4256559" y="2006279"/>
        <a:ext cx="1729652" cy="1037791"/>
      </dsp:txXfrm>
    </dsp:sp>
    <dsp:sp modelId="{D34DE810-4F7E-4A39-8F47-1EB95A75E0BE}">
      <dsp:nvSpPr>
        <dsp:cNvPr id="0" name=""/>
        <dsp:cNvSpPr/>
      </dsp:nvSpPr>
      <dsp:spPr>
        <a:xfrm>
          <a:off x="6384031" y="2006279"/>
          <a:ext cx="1729652" cy="1037791"/>
        </a:xfrm>
        <a:prstGeom prst="rect">
          <a:avLst/>
        </a:prstGeom>
        <a:solidFill>
          <a:schemeClr val="accent2">
            <a:hueOff val="-8754431"/>
            <a:satOff val="-7900"/>
            <a:lumOff val="-1762"/>
            <a:alphaOff val="0"/>
          </a:schemeClr>
        </a:solidFill>
        <a:ln w="2857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4754" tIns="88965" rIns="84754" bIns="88965" numCol="1" spcCol="1270" anchor="ctr" anchorCtr="0">
          <a:noAutofit/>
        </a:bodyPr>
        <a:lstStyle/>
        <a:p>
          <a:pPr marL="0" lvl="0" indent="0" algn="ctr" defTabSz="933450">
            <a:lnSpc>
              <a:spcPct val="90000"/>
            </a:lnSpc>
            <a:spcBef>
              <a:spcPct val="0"/>
            </a:spcBef>
            <a:spcAft>
              <a:spcPct val="35000"/>
            </a:spcAft>
            <a:buNone/>
          </a:pPr>
          <a:r>
            <a:rPr lang="id-ID" sz="2100" kern="1200"/>
            <a:t>Gambaran Sistem</a:t>
          </a:r>
          <a:endParaRPr lang="en-US" sz="2100" kern="1200"/>
        </a:p>
      </dsp:txBody>
      <dsp:txXfrm>
        <a:off x="6384031" y="2006279"/>
        <a:ext cx="1729652" cy="1037791"/>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4334933" y="1169931"/>
            <a:ext cx="4814835" cy="4993802"/>
            <a:chOff x="4334933" y="1169931"/>
            <a:chExt cx="4814835" cy="4993802"/>
          </a:xfrm>
        </p:grpSpPr>
        <p:cxnSp>
          <p:nvCxnSpPr>
            <p:cNvPr id="17" name="Straight Connector 16"/>
            <p:cNvCxnSpPr/>
            <p:nvPr/>
          </p:nvCxnSpPr>
          <p:spPr>
            <a:xfrm flipH="1">
              <a:off x="6009259" y="1169931"/>
              <a:ext cx="3134741" cy="313474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4334933" y="1348898"/>
              <a:ext cx="4814835" cy="481483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225595" y="1469269"/>
              <a:ext cx="3912054" cy="39120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H="1">
              <a:off x="5304588" y="1307856"/>
              <a:ext cx="3839412" cy="383941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707078" y="1770196"/>
              <a:ext cx="3430571" cy="343057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ctrTitle"/>
          </p:nvPr>
        </p:nvSpPr>
        <p:spPr>
          <a:xfrm>
            <a:off x="533400" y="533400"/>
            <a:ext cx="6154713" cy="3124201"/>
          </a:xfrm>
        </p:spPr>
        <p:txBody>
          <a:bodyPr anchor="b">
            <a:normAutofit/>
          </a:bodyPr>
          <a:lstStyle>
            <a:lvl1pPr algn="l">
              <a:defRPr sz="4400">
                <a:effectLst/>
              </a:defRPr>
            </a:lvl1pPr>
          </a:lstStyle>
          <a:p>
            <a:r>
              <a:rPr lang="en-US"/>
              <a:t>Click to edit Master title style</a:t>
            </a:r>
            <a:endParaRPr lang="en-US" dirty="0"/>
          </a:p>
        </p:txBody>
      </p:sp>
      <p:sp>
        <p:nvSpPr>
          <p:cNvPr id="3" name="Subtitle 2"/>
          <p:cNvSpPr>
            <a:spLocks noGrp="1"/>
          </p:cNvSpPr>
          <p:nvPr>
            <p:ph type="subTitle" idx="1"/>
          </p:nvPr>
        </p:nvSpPr>
        <p:spPr>
          <a:xfrm>
            <a:off x="533400" y="3843868"/>
            <a:ext cx="4954250" cy="1913466"/>
          </a:xfrm>
        </p:spPr>
        <p:txBody>
          <a:bodyPr anchor="t">
            <a:normAutofit/>
          </a:bodyPr>
          <a:lstStyle>
            <a:lvl1pPr marL="0" indent="0" algn="l">
              <a:buNone/>
              <a:defRPr sz="20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3067249-30E9-4206-AA01-E97E981D32A3}" type="datetime1">
              <a:rPr lang="id-ID" smtClean="0"/>
              <a:pPr/>
              <a:t>17/02/2019</a:t>
            </a:fld>
            <a:endParaRPr lang="en-US" dirty="0"/>
          </a:p>
        </p:txBody>
      </p:sp>
      <p:sp>
        <p:nvSpPr>
          <p:cNvPr id="5" name="Footer Placeholder 4"/>
          <p:cNvSpPr>
            <a:spLocks noGrp="1"/>
          </p:cNvSpPr>
          <p:nvPr>
            <p:ph type="ftr" sz="quarter" idx="11"/>
          </p:nvPr>
        </p:nvSpPr>
        <p:spPr/>
        <p:txBody>
          <a:bodyPr/>
          <a:lstStyle/>
          <a:p>
            <a:r>
              <a:rPr lang="en-US"/>
              <a:t>Teknik Informatika</a:t>
            </a:r>
            <a:endParaRPr lang="en-US" dirty="0"/>
          </a:p>
        </p:txBody>
      </p:sp>
      <p:sp>
        <p:nvSpPr>
          <p:cNvPr id="6" name="Slide Number Placeholder 5"/>
          <p:cNvSpPr>
            <a:spLocks noGrp="1"/>
          </p:cNvSpPr>
          <p:nvPr>
            <p:ph type="sldNum" sz="quarter" idx="12"/>
          </p:nvPr>
        </p:nvSpPr>
        <p:spPr/>
        <p:txBody>
          <a:bodyPr/>
          <a:lstStyle/>
          <a:p>
            <a:fld id="{B9A3E301-FF4D-4C01-9FD8-79CD33884137}" type="slidenum">
              <a:rPr lang="en-US" smtClean="0"/>
              <a:pPr/>
              <a:t>‹#›</a:t>
            </a:fld>
            <a:endParaRPr lang="en-US"/>
          </a:p>
        </p:txBody>
      </p:sp>
    </p:spTree>
    <p:extLst>
      <p:ext uri="{BB962C8B-B14F-4D97-AF65-F5344CB8AC3E}">
        <p14:creationId xmlns:p14="http://schemas.microsoft.com/office/powerpoint/2010/main" val="2178116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a:t>Click to edit Master title style</a:t>
            </a:r>
            <a:endParaRPr lang="en-US" dirty="0"/>
          </a:p>
        </p:txBody>
      </p:sp>
      <p:sp>
        <p:nvSpPr>
          <p:cNvPr id="3" name="Content Placeholder 2"/>
          <p:cNvSpPr>
            <a:spLocks noGrp="1"/>
          </p:cNvSpPr>
          <p:nvPr>
            <p:ph idx="1"/>
          </p:nvPr>
        </p:nvSpPr>
        <p:spPr>
          <a:xfrm>
            <a:off x="533400" y="533400"/>
            <a:ext cx="6554867" cy="3767670"/>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DEF561-64CE-40B2-9228-00E192A7115F}" type="datetime1">
              <a:rPr lang="id-ID" smtClean="0"/>
              <a:pPr/>
              <a:t>17/02/2019</a:t>
            </a:fld>
            <a:endParaRPr lang="en-US" dirty="0"/>
          </a:p>
        </p:txBody>
      </p:sp>
      <p:sp>
        <p:nvSpPr>
          <p:cNvPr id="5" name="Footer Placeholder 4"/>
          <p:cNvSpPr>
            <a:spLocks noGrp="1"/>
          </p:cNvSpPr>
          <p:nvPr>
            <p:ph type="ftr" sz="quarter" idx="11"/>
          </p:nvPr>
        </p:nvSpPr>
        <p:spPr/>
        <p:txBody>
          <a:bodyPr/>
          <a:lstStyle/>
          <a:p>
            <a:r>
              <a:rPr lang="en-US"/>
              <a:t>Teknik Informatika</a:t>
            </a:r>
          </a:p>
        </p:txBody>
      </p:sp>
      <p:sp>
        <p:nvSpPr>
          <p:cNvPr id="6" name="Slide Number Placeholder 5"/>
          <p:cNvSpPr>
            <a:spLocks noGrp="1"/>
          </p:cNvSpPr>
          <p:nvPr>
            <p:ph type="sldNum" sz="quarter" idx="12"/>
          </p:nvPr>
        </p:nvSpPr>
        <p:spPr/>
        <p:txBody>
          <a:bodyPr/>
          <a:lstStyle/>
          <a:p>
            <a:fld id="{B9A3E301-FF4D-4C01-9FD8-79CD33884137}" type="slidenum">
              <a:rPr lang="en-US" smtClean="0"/>
              <a:pPr/>
              <a:t>‹#›</a:t>
            </a:fld>
            <a:endParaRPr lang="en-US"/>
          </a:p>
        </p:txBody>
      </p:sp>
    </p:spTree>
    <p:extLst>
      <p:ext uri="{BB962C8B-B14F-4D97-AF65-F5344CB8AC3E}">
        <p14:creationId xmlns:p14="http://schemas.microsoft.com/office/powerpoint/2010/main" val="1514367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3400" y="1981199"/>
            <a:ext cx="6402468" cy="2319867"/>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533400" y="4487333"/>
            <a:ext cx="6402467" cy="15324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3755D0A-26BC-4BBF-877C-0015505A88A6}" type="datetime1">
              <a:rPr lang="id-ID" smtClean="0"/>
              <a:pPr/>
              <a:t>17/02/2019</a:t>
            </a:fld>
            <a:endParaRPr lang="en-US"/>
          </a:p>
        </p:txBody>
      </p:sp>
      <p:sp>
        <p:nvSpPr>
          <p:cNvPr id="5" name="Footer Placeholder 4"/>
          <p:cNvSpPr>
            <a:spLocks noGrp="1"/>
          </p:cNvSpPr>
          <p:nvPr>
            <p:ph type="ftr" sz="quarter" idx="11"/>
          </p:nvPr>
        </p:nvSpPr>
        <p:spPr/>
        <p:txBody>
          <a:bodyPr/>
          <a:lstStyle/>
          <a:p>
            <a:r>
              <a:rPr lang="en-US"/>
              <a:t>Teknik Informatika</a:t>
            </a:r>
          </a:p>
        </p:txBody>
      </p:sp>
      <p:sp>
        <p:nvSpPr>
          <p:cNvPr id="6" name="Slide Number Placeholder 5"/>
          <p:cNvSpPr>
            <a:spLocks noGrp="1"/>
          </p:cNvSpPr>
          <p:nvPr>
            <p:ph type="sldNum" sz="quarter" idx="12"/>
          </p:nvPr>
        </p:nvSpPr>
        <p:spPr/>
        <p:txBody>
          <a:bodyPr/>
          <a:lstStyle/>
          <a:p>
            <a:fld id="{B9A3E301-FF4D-4C01-9FD8-79CD33884137}" type="slidenum">
              <a:rPr lang="en-US" smtClean="0"/>
              <a:pPr/>
              <a:t>‹#›</a:t>
            </a:fld>
            <a:endParaRPr lang="en-US"/>
          </a:p>
        </p:txBody>
      </p:sp>
    </p:spTree>
    <p:extLst>
      <p:ext uri="{BB962C8B-B14F-4D97-AF65-F5344CB8AC3E}">
        <p14:creationId xmlns:p14="http://schemas.microsoft.com/office/powerpoint/2010/main" val="2030427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11" name="Content Placeholder 3"/>
          <p:cNvSpPr>
            <a:spLocks noGrp="1"/>
          </p:cNvSpPr>
          <p:nvPr>
            <p:ph sz="half" idx="13"/>
          </p:nvPr>
        </p:nvSpPr>
        <p:spPr>
          <a:xfrm>
            <a:off x="533400" y="533400"/>
            <a:ext cx="3949967" cy="3767667"/>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p:cNvSpPr>
            <a:spLocks noGrp="1"/>
          </p:cNvSpPr>
          <p:nvPr>
            <p:ph sz="quarter" idx="4"/>
          </p:nvPr>
        </p:nvSpPr>
        <p:spPr>
          <a:xfrm>
            <a:off x="4662362" y="533400"/>
            <a:ext cx="3948238" cy="37592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C9BE7D3-A636-4CE6-8332-06609AE200D6}" type="datetime1">
              <a:rPr lang="id-ID" smtClean="0"/>
              <a:pPr/>
              <a:t>17/02/2019</a:t>
            </a:fld>
            <a:endParaRPr lang="en-US" dirty="0"/>
          </a:p>
        </p:txBody>
      </p:sp>
      <p:sp>
        <p:nvSpPr>
          <p:cNvPr id="6" name="Footer Placeholder 5"/>
          <p:cNvSpPr>
            <a:spLocks noGrp="1"/>
          </p:cNvSpPr>
          <p:nvPr>
            <p:ph type="ftr" sz="quarter" idx="11"/>
          </p:nvPr>
        </p:nvSpPr>
        <p:spPr/>
        <p:txBody>
          <a:bodyPr/>
          <a:lstStyle/>
          <a:p>
            <a:r>
              <a:rPr lang="id-ID"/>
              <a:t>Teknik Informatika</a:t>
            </a:r>
            <a:endParaRPr lang="en-US" dirty="0"/>
          </a:p>
        </p:txBody>
      </p:sp>
      <p:sp>
        <p:nvSpPr>
          <p:cNvPr id="7" name="Slide Number Placeholder 6"/>
          <p:cNvSpPr>
            <a:spLocks noGrp="1"/>
          </p:cNvSpPr>
          <p:nvPr>
            <p:ph type="sldNum" sz="quarter" idx="12"/>
          </p:nvPr>
        </p:nvSpPr>
        <p:spPr/>
        <p:txBody>
          <a:bodyPr/>
          <a:lstStyle/>
          <a:p>
            <a:fld id="{B9A3E301-FF4D-4C01-9FD8-79CD33884137}" type="slidenum">
              <a:rPr lang="en-US" smtClean="0"/>
              <a:pPr/>
              <a:t>‹#›</a:t>
            </a:fld>
            <a:endParaRPr lang="en-US"/>
          </a:p>
        </p:txBody>
      </p:sp>
    </p:spTree>
    <p:extLst>
      <p:ext uri="{BB962C8B-B14F-4D97-AF65-F5344CB8AC3E}">
        <p14:creationId xmlns:p14="http://schemas.microsoft.com/office/powerpoint/2010/main" val="3931657945"/>
      </p:ext>
    </p:extLst>
  </p:cSld>
  <p:clrMapOvr>
    <a:masterClrMapping/>
  </p:clrMapOvr>
  <p:hf sldNum="0"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762001" y="533400"/>
            <a:ext cx="3716866" cy="609600"/>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33399" y="1143000"/>
            <a:ext cx="3945467" cy="3158067"/>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5016" y="566738"/>
            <a:ext cx="3764051" cy="576262"/>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2362" y="1143000"/>
            <a:ext cx="3956705" cy="31496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2D6818-25B9-4EEE-9B75-8E60B69BFC74}" type="datetime1">
              <a:rPr lang="id-ID" smtClean="0"/>
              <a:pPr/>
              <a:t>17/02/2019</a:t>
            </a:fld>
            <a:endParaRPr lang="en-US"/>
          </a:p>
        </p:txBody>
      </p:sp>
      <p:sp>
        <p:nvSpPr>
          <p:cNvPr id="8" name="Footer Placeholder 7"/>
          <p:cNvSpPr>
            <a:spLocks noGrp="1"/>
          </p:cNvSpPr>
          <p:nvPr>
            <p:ph type="ftr" sz="quarter" idx="11"/>
          </p:nvPr>
        </p:nvSpPr>
        <p:spPr/>
        <p:txBody>
          <a:bodyPr/>
          <a:lstStyle/>
          <a:p>
            <a:r>
              <a:rPr lang="en-US"/>
              <a:t>Teknik Informatika</a:t>
            </a:r>
          </a:p>
        </p:txBody>
      </p:sp>
      <p:sp>
        <p:nvSpPr>
          <p:cNvPr id="9" name="Slide Number Placeholder 8"/>
          <p:cNvSpPr>
            <a:spLocks noGrp="1"/>
          </p:cNvSpPr>
          <p:nvPr>
            <p:ph type="sldNum" sz="quarter" idx="12"/>
          </p:nvPr>
        </p:nvSpPr>
        <p:spPr/>
        <p:txBody>
          <a:bodyPr/>
          <a:lstStyle/>
          <a:p>
            <a:fld id="{B9A3E301-FF4D-4C01-9FD8-79CD33884137}" type="slidenum">
              <a:rPr lang="en-US" smtClean="0"/>
              <a:pPr/>
              <a:t>‹#›</a:t>
            </a:fld>
            <a:endParaRPr lang="en-US"/>
          </a:p>
        </p:txBody>
      </p:sp>
    </p:spTree>
    <p:extLst>
      <p:ext uri="{BB962C8B-B14F-4D97-AF65-F5344CB8AC3E}">
        <p14:creationId xmlns:p14="http://schemas.microsoft.com/office/powerpoint/2010/main" val="2966485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F03AEC-668D-49DD-A1EC-0209A0035B15}" type="datetime1">
              <a:rPr lang="id-ID" smtClean="0"/>
              <a:pPr/>
              <a:t>17/02/2019</a:t>
            </a:fld>
            <a:endParaRPr lang="en-US"/>
          </a:p>
        </p:txBody>
      </p:sp>
      <p:sp>
        <p:nvSpPr>
          <p:cNvPr id="4" name="Footer Placeholder 3"/>
          <p:cNvSpPr>
            <a:spLocks noGrp="1"/>
          </p:cNvSpPr>
          <p:nvPr>
            <p:ph type="ftr" sz="quarter" idx="11"/>
          </p:nvPr>
        </p:nvSpPr>
        <p:spPr/>
        <p:txBody>
          <a:bodyPr/>
          <a:lstStyle/>
          <a:p>
            <a:r>
              <a:rPr lang="en-US"/>
              <a:t>Teknik Informatika</a:t>
            </a:r>
          </a:p>
        </p:txBody>
      </p:sp>
      <p:sp>
        <p:nvSpPr>
          <p:cNvPr id="5" name="Slide Number Placeholder 4"/>
          <p:cNvSpPr>
            <a:spLocks noGrp="1"/>
          </p:cNvSpPr>
          <p:nvPr>
            <p:ph type="sldNum" sz="quarter" idx="12"/>
          </p:nvPr>
        </p:nvSpPr>
        <p:spPr/>
        <p:txBody>
          <a:bodyPr/>
          <a:lstStyle/>
          <a:p>
            <a:fld id="{B9A3E301-FF4D-4C01-9FD8-79CD33884137}" type="slidenum">
              <a:rPr lang="en-US" smtClean="0"/>
              <a:pPr/>
              <a:t>‹#›</a:t>
            </a:fld>
            <a:endParaRPr lang="en-US"/>
          </a:p>
        </p:txBody>
      </p:sp>
    </p:spTree>
    <p:extLst>
      <p:ext uri="{BB962C8B-B14F-4D97-AF65-F5344CB8AC3E}">
        <p14:creationId xmlns:p14="http://schemas.microsoft.com/office/powerpoint/2010/main" val="2397474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060D79-BC77-4BB9-9448-3EB703C627C3}" type="datetime1">
              <a:rPr lang="id-ID" smtClean="0"/>
              <a:pPr/>
              <a:t>17/02/2019</a:t>
            </a:fld>
            <a:endParaRPr lang="en-US"/>
          </a:p>
        </p:txBody>
      </p:sp>
      <p:sp>
        <p:nvSpPr>
          <p:cNvPr id="3" name="Footer Placeholder 2"/>
          <p:cNvSpPr>
            <a:spLocks noGrp="1"/>
          </p:cNvSpPr>
          <p:nvPr>
            <p:ph type="ftr" sz="quarter" idx="11"/>
          </p:nvPr>
        </p:nvSpPr>
        <p:spPr/>
        <p:txBody>
          <a:bodyPr/>
          <a:lstStyle/>
          <a:p>
            <a:r>
              <a:rPr lang="en-US"/>
              <a:t>Teknik Informatika</a:t>
            </a:r>
          </a:p>
        </p:txBody>
      </p:sp>
      <p:sp>
        <p:nvSpPr>
          <p:cNvPr id="4" name="Slide Number Placeholder 3"/>
          <p:cNvSpPr>
            <a:spLocks noGrp="1"/>
          </p:cNvSpPr>
          <p:nvPr>
            <p:ph type="sldNum" sz="quarter" idx="12"/>
          </p:nvPr>
        </p:nvSpPr>
        <p:spPr/>
        <p:txBody>
          <a:bodyPr/>
          <a:lstStyle/>
          <a:p>
            <a:fld id="{B9A3E301-FF4D-4C01-9FD8-79CD33884137}" type="slidenum">
              <a:rPr lang="en-US" smtClean="0"/>
              <a:pPr/>
              <a:t>‹#›</a:t>
            </a:fld>
            <a:endParaRPr lang="en-US"/>
          </a:p>
        </p:txBody>
      </p:sp>
    </p:spTree>
    <p:extLst>
      <p:ext uri="{BB962C8B-B14F-4D97-AF65-F5344CB8AC3E}">
        <p14:creationId xmlns:p14="http://schemas.microsoft.com/office/powerpoint/2010/main" val="1562538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18667" y="533400"/>
            <a:ext cx="3200400" cy="1524000"/>
          </a:xfrm>
        </p:spPr>
        <p:txBody>
          <a:bodyPr anchor="b">
            <a:normAutofit/>
          </a:bodyPr>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533399" y="533400"/>
            <a:ext cx="4438755" cy="54864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18667" y="2209802"/>
            <a:ext cx="32004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70D4CA2-40B7-4B56-B097-D790C8778F40}" type="datetime1">
              <a:rPr lang="id-ID" smtClean="0"/>
              <a:pPr/>
              <a:t>17/02/2019</a:t>
            </a:fld>
            <a:endParaRPr lang="en-US"/>
          </a:p>
        </p:txBody>
      </p:sp>
      <p:sp>
        <p:nvSpPr>
          <p:cNvPr id="6" name="Footer Placeholder 5"/>
          <p:cNvSpPr>
            <a:spLocks noGrp="1"/>
          </p:cNvSpPr>
          <p:nvPr>
            <p:ph type="ftr" sz="quarter" idx="11"/>
          </p:nvPr>
        </p:nvSpPr>
        <p:spPr/>
        <p:txBody>
          <a:bodyPr/>
          <a:lstStyle/>
          <a:p>
            <a:r>
              <a:rPr lang="en-US"/>
              <a:t>Teknik Informatika</a:t>
            </a:r>
          </a:p>
        </p:txBody>
      </p:sp>
      <p:sp>
        <p:nvSpPr>
          <p:cNvPr id="7" name="Slide Number Placeholder 6"/>
          <p:cNvSpPr>
            <a:spLocks noGrp="1"/>
          </p:cNvSpPr>
          <p:nvPr>
            <p:ph type="sldNum" sz="quarter" idx="12"/>
          </p:nvPr>
        </p:nvSpPr>
        <p:spPr/>
        <p:txBody>
          <a:bodyPr/>
          <a:lstStyle/>
          <a:p>
            <a:fld id="{B9A3E301-FF4D-4C01-9FD8-79CD33884137}" type="slidenum">
              <a:rPr lang="en-US" smtClean="0"/>
              <a:pPr/>
              <a:t>‹#›</a:t>
            </a:fld>
            <a:endParaRPr lang="en-US"/>
          </a:p>
        </p:txBody>
      </p:sp>
    </p:spTree>
    <p:extLst>
      <p:ext uri="{BB962C8B-B14F-4D97-AF65-F5344CB8AC3E}">
        <p14:creationId xmlns:p14="http://schemas.microsoft.com/office/powerpoint/2010/main" val="677101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95800" y="1447800"/>
            <a:ext cx="3563258" cy="1143000"/>
          </a:xfrm>
        </p:spPr>
        <p:txBody>
          <a:bodyPr anchor="b">
            <a:normAutofit/>
          </a:bodyPr>
          <a:lstStyle>
            <a:lvl1pPr algn="l">
              <a:defRPr sz="2400" b="0"/>
            </a:lvl1pPr>
          </a:lstStyle>
          <a:p>
            <a:r>
              <a:rPr lang="en-US"/>
              <a:t>Click to edit Master title style</a:t>
            </a:r>
            <a:endParaRPr lang="en-US" dirty="0"/>
          </a:p>
        </p:txBody>
      </p:sp>
      <p:sp>
        <p:nvSpPr>
          <p:cNvPr id="17" name="Picture Placeholder 2"/>
          <p:cNvSpPr>
            <a:spLocks noGrp="1" noChangeAspect="1"/>
          </p:cNvSpPr>
          <p:nvPr>
            <p:ph type="pic" idx="13"/>
          </p:nvPr>
        </p:nvSpPr>
        <p:spPr>
          <a:xfrm>
            <a:off x="762000" y="914400"/>
            <a:ext cx="3280974" cy="48006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496027" y="2743200"/>
            <a:ext cx="3564223" cy="2082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C9BE7D3-A636-4CE6-8332-06609AE200D6}" type="datetime1">
              <a:rPr lang="id-ID" smtClean="0"/>
              <a:pPr/>
              <a:t>17/02/2019</a:t>
            </a:fld>
            <a:endParaRPr lang="en-US" dirty="0"/>
          </a:p>
        </p:txBody>
      </p:sp>
      <p:sp>
        <p:nvSpPr>
          <p:cNvPr id="6" name="Footer Placeholder 5"/>
          <p:cNvSpPr>
            <a:spLocks noGrp="1"/>
          </p:cNvSpPr>
          <p:nvPr>
            <p:ph type="ftr" sz="quarter" idx="11"/>
          </p:nvPr>
        </p:nvSpPr>
        <p:spPr>
          <a:xfrm>
            <a:off x="533400" y="6172200"/>
            <a:ext cx="5811724" cy="365125"/>
          </a:xfrm>
        </p:spPr>
        <p:txBody>
          <a:bodyPr/>
          <a:lstStyle/>
          <a:p>
            <a:r>
              <a:rPr lang="id-ID"/>
              <a:t>Teknik Informatika</a:t>
            </a:r>
            <a:endParaRPr lang="en-US" dirty="0"/>
          </a:p>
        </p:txBody>
      </p:sp>
      <p:sp>
        <p:nvSpPr>
          <p:cNvPr id="7" name="Slide Number Placeholder 6"/>
          <p:cNvSpPr>
            <a:spLocks noGrp="1"/>
          </p:cNvSpPr>
          <p:nvPr>
            <p:ph type="sldNum" sz="quarter" idx="12"/>
          </p:nvPr>
        </p:nvSpPr>
        <p:spPr/>
        <p:txBody>
          <a:bodyPr/>
          <a:lstStyle/>
          <a:p>
            <a:fld id="{B9A3E301-FF4D-4C01-9FD8-79CD33884137}" type="slidenum">
              <a:rPr lang="en-US" smtClean="0"/>
              <a:pPr/>
              <a:t>‹#›</a:t>
            </a:fld>
            <a:endParaRPr lang="en-US"/>
          </a:p>
        </p:txBody>
      </p:sp>
    </p:spTree>
    <p:extLst>
      <p:ext uri="{BB962C8B-B14F-4D97-AF65-F5344CB8AC3E}">
        <p14:creationId xmlns:p14="http://schemas.microsoft.com/office/powerpoint/2010/main" val="2508674114"/>
      </p:ext>
    </p:extLst>
  </p:cSld>
  <p:clrMapOvr>
    <a:masterClrMapping/>
  </p:clrMapOvr>
  <p:hf sldNum="0"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a:t>Click to edit Master title style</a:t>
            </a:r>
            <a:endParaRPr lang="en-US" dirty="0"/>
          </a:p>
        </p:txBody>
      </p:sp>
      <p:sp>
        <p:nvSpPr>
          <p:cNvPr id="6" name="Picture Placeholder 2"/>
          <p:cNvSpPr>
            <a:spLocks noGrp="1" noChangeAspect="1"/>
          </p:cNvSpPr>
          <p:nvPr>
            <p:ph type="pic" idx="13"/>
          </p:nvPr>
        </p:nvSpPr>
        <p:spPr>
          <a:xfrm>
            <a:off x="533400" y="533400"/>
            <a:ext cx="8077200"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9" name="Text Placeholder 9"/>
          <p:cNvSpPr>
            <a:spLocks noGrp="1"/>
          </p:cNvSpPr>
          <p:nvPr>
            <p:ph type="body" sz="quarter" idx="14"/>
          </p:nvPr>
        </p:nvSpPr>
        <p:spPr>
          <a:xfrm>
            <a:off x="762002" y="3843867"/>
            <a:ext cx="7281332"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Date Placeholder 2"/>
          <p:cNvSpPr>
            <a:spLocks noGrp="1"/>
          </p:cNvSpPr>
          <p:nvPr>
            <p:ph type="dt" sz="half" idx="10"/>
          </p:nvPr>
        </p:nvSpPr>
        <p:spPr/>
        <p:txBody>
          <a:bodyPr/>
          <a:lstStyle/>
          <a:p>
            <a:fld id="{9C9BE7D3-A636-4CE6-8332-06609AE200D6}" type="datetime1">
              <a:rPr lang="id-ID" smtClean="0"/>
              <a:pPr/>
              <a:t>17/02/2019</a:t>
            </a:fld>
            <a:endParaRPr lang="en-US" dirty="0"/>
          </a:p>
        </p:txBody>
      </p:sp>
      <p:sp>
        <p:nvSpPr>
          <p:cNvPr id="4" name="Footer Placeholder 3"/>
          <p:cNvSpPr>
            <a:spLocks noGrp="1"/>
          </p:cNvSpPr>
          <p:nvPr>
            <p:ph type="ftr" sz="quarter" idx="11"/>
          </p:nvPr>
        </p:nvSpPr>
        <p:spPr/>
        <p:txBody>
          <a:bodyPr/>
          <a:lstStyle/>
          <a:p>
            <a:r>
              <a:rPr lang="id-ID"/>
              <a:t>Teknik Informatika</a:t>
            </a:r>
            <a:endParaRPr lang="en-US" dirty="0"/>
          </a:p>
        </p:txBody>
      </p:sp>
      <p:sp>
        <p:nvSpPr>
          <p:cNvPr id="5" name="Slide Number Placeholder 4"/>
          <p:cNvSpPr>
            <a:spLocks noGrp="1"/>
          </p:cNvSpPr>
          <p:nvPr>
            <p:ph type="sldNum" sz="quarter" idx="12"/>
          </p:nvPr>
        </p:nvSpPr>
        <p:spPr/>
        <p:txBody>
          <a:bodyPr/>
          <a:lstStyle/>
          <a:p>
            <a:fld id="{B9A3E301-FF4D-4C01-9FD8-79CD33884137}" type="slidenum">
              <a:rPr lang="en-US" smtClean="0"/>
              <a:pPr/>
              <a:t>‹#›</a:t>
            </a:fld>
            <a:endParaRPr lang="en-US"/>
          </a:p>
        </p:txBody>
      </p:sp>
    </p:spTree>
    <p:extLst>
      <p:ext uri="{BB962C8B-B14F-4D97-AF65-F5344CB8AC3E}">
        <p14:creationId xmlns:p14="http://schemas.microsoft.com/office/powerpoint/2010/main" val="3835279952"/>
      </p:ext>
    </p:extLst>
  </p:cSld>
  <p:clrMapOvr>
    <a:masterClrMapping/>
  </p:clrMapOvr>
  <p:hf sldNum="0"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077200" cy="2895600"/>
          </a:xfrm>
        </p:spPr>
        <p:txBody>
          <a:bodyPr anchor="ctr">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533400" y="4114800"/>
            <a:ext cx="6383552" cy="1905000"/>
          </a:xfrm>
        </p:spPr>
        <p:txBody>
          <a:bodyPr anchor="ctr">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C9BE7D3-A636-4CE6-8332-06609AE200D6}" type="datetime1">
              <a:rPr lang="id-ID" smtClean="0"/>
              <a:pPr/>
              <a:t>17/02/2019</a:t>
            </a:fld>
            <a:endParaRPr lang="en-US" dirty="0"/>
          </a:p>
        </p:txBody>
      </p:sp>
      <p:sp>
        <p:nvSpPr>
          <p:cNvPr id="5" name="Footer Placeholder 4"/>
          <p:cNvSpPr>
            <a:spLocks noGrp="1"/>
          </p:cNvSpPr>
          <p:nvPr>
            <p:ph type="ftr" sz="quarter" idx="11"/>
          </p:nvPr>
        </p:nvSpPr>
        <p:spPr/>
        <p:txBody>
          <a:bodyPr/>
          <a:lstStyle/>
          <a:p>
            <a:r>
              <a:rPr lang="id-ID"/>
              <a:t>Teknik Informatika</a:t>
            </a:r>
            <a:endParaRPr lang="en-US" dirty="0"/>
          </a:p>
        </p:txBody>
      </p:sp>
      <p:sp>
        <p:nvSpPr>
          <p:cNvPr id="6" name="Slide Number Placeholder 5"/>
          <p:cNvSpPr>
            <a:spLocks noGrp="1"/>
          </p:cNvSpPr>
          <p:nvPr>
            <p:ph type="sldNum" sz="quarter" idx="12"/>
          </p:nvPr>
        </p:nvSpPr>
        <p:spPr/>
        <p:txBody>
          <a:bodyPr/>
          <a:lstStyle/>
          <a:p>
            <a:fld id="{B9A3E301-FF4D-4C01-9FD8-79CD33884137}" type="slidenum">
              <a:rPr lang="en-US" smtClean="0"/>
              <a:pPr/>
              <a:t>‹#›</a:t>
            </a:fld>
            <a:endParaRPr lang="en-US"/>
          </a:p>
        </p:txBody>
      </p:sp>
    </p:spTree>
    <p:extLst>
      <p:ext uri="{BB962C8B-B14F-4D97-AF65-F5344CB8AC3E}">
        <p14:creationId xmlns:p14="http://schemas.microsoft.com/office/powerpoint/2010/main" val="133918900"/>
      </p:ext>
    </p:extLst>
  </p:cSld>
  <p:clrMapOvr>
    <a:masterClrMapping/>
  </p:clrMapOvr>
  <p:hf sldNum="0"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283" y="533400"/>
            <a:ext cx="6859787" cy="2895600"/>
          </a:xfrm>
        </p:spPr>
        <p:txBody>
          <a:bodyPr anchor="ctr">
            <a:normAutofit/>
          </a:bodyPr>
          <a:lstStyle>
            <a:lvl1pPr algn="l">
              <a:defRPr sz="28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66800" y="3429000"/>
            <a:ext cx="6402467" cy="4826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533400" y="4301070"/>
            <a:ext cx="6382361" cy="171873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C9BE7D3-A636-4CE6-8332-06609AE200D6}" type="datetime1">
              <a:rPr lang="id-ID" smtClean="0"/>
              <a:pPr/>
              <a:t>17/02/2019</a:t>
            </a:fld>
            <a:endParaRPr lang="en-US" dirty="0"/>
          </a:p>
        </p:txBody>
      </p:sp>
      <p:sp>
        <p:nvSpPr>
          <p:cNvPr id="5" name="Footer Placeholder 4"/>
          <p:cNvSpPr>
            <a:spLocks noGrp="1"/>
          </p:cNvSpPr>
          <p:nvPr>
            <p:ph type="ftr" sz="quarter" idx="11"/>
          </p:nvPr>
        </p:nvSpPr>
        <p:spPr/>
        <p:txBody>
          <a:bodyPr/>
          <a:lstStyle/>
          <a:p>
            <a:r>
              <a:rPr lang="id-ID"/>
              <a:t>Teknik Informatika</a:t>
            </a:r>
            <a:endParaRPr lang="en-US" dirty="0"/>
          </a:p>
        </p:txBody>
      </p:sp>
      <p:sp>
        <p:nvSpPr>
          <p:cNvPr id="6" name="Slide Number Placeholder 5"/>
          <p:cNvSpPr>
            <a:spLocks noGrp="1"/>
          </p:cNvSpPr>
          <p:nvPr>
            <p:ph type="sldNum" sz="quarter" idx="12"/>
          </p:nvPr>
        </p:nvSpPr>
        <p:spPr/>
        <p:txBody>
          <a:bodyPr/>
          <a:lstStyle/>
          <a:p>
            <a:fld id="{B9A3E301-FF4D-4C01-9FD8-79CD33884137}" type="slidenum">
              <a:rPr lang="en-US" smtClean="0"/>
              <a:pPr/>
              <a:t>‹#›</a:t>
            </a:fld>
            <a:endParaRPr lang="en-US"/>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857317080"/>
      </p:ext>
    </p:extLst>
  </p:cSld>
  <p:clrMapOvr>
    <a:masterClrMapping/>
  </p:clrMapOvr>
  <p:hf sldNum="0"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33400" y="3429000"/>
            <a:ext cx="6382361" cy="1697400"/>
          </a:xfrm>
        </p:spPr>
        <p:txBody>
          <a:bodyPr anchor="b">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533400" y="5132980"/>
            <a:ext cx="6383552" cy="886819"/>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C9BE7D3-A636-4CE6-8332-06609AE200D6}" type="datetime1">
              <a:rPr lang="id-ID" smtClean="0"/>
              <a:pPr/>
              <a:t>17/02/2019</a:t>
            </a:fld>
            <a:endParaRPr lang="en-US" dirty="0"/>
          </a:p>
        </p:txBody>
      </p:sp>
      <p:sp>
        <p:nvSpPr>
          <p:cNvPr id="5" name="Footer Placeholder 4"/>
          <p:cNvSpPr>
            <a:spLocks noGrp="1"/>
          </p:cNvSpPr>
          <p:nvPr>
            <p:ph type="ftr" sz="quarter" idx="11"/>
          </p:nvPr>
        </p:nvSpPr>
        <p:spPr/>
        <p:txBody>
          <a:bodyPr/>
          <a:lstStyle/>
          <a:p>
            <a:r>
              <a:rPr lang="id-ID"/>
              <a:t>Teknik Informatika</a:t>
            </a:r>
            <a:endParaRPr lang="en-US" dirty="0"/>
          </a:p>
        </p:txBody>
      </p:sp>
      <p:sp>
        <p:nvSpPr>
          <p:cNvPr id="6" name="Slide Number Placeholder 5"/>
          <p:cNvSpPr>
            <a:spLocks noGrp="1"/>
          </p:cNvSpPr>
          <p:nvPr>
            <p:ph type="sldNum" sz="quarter" idx="12"/>
          </p:nvPr>
        </p:nvSpPr>
        <p:spPr/>
        <p:txBody>
          <a:bodyPr/>
          <a:lstStyle/>
          <a:p>
            <a:fld id="{B9A3E301-FF4D-4C01-9FD8-79CD33884137}" type="slidenum">
              <a:rPr lang="en-US" smtClean="0"/>
              <a:pPr/>
              <a:t>‹#›</a:t>
            </a:fld>
            <a:endParaRPr lang="en-US"/>
          </a:p>
        </p:txBody>
      </p:sp>
    </p:spTree>
    <p:extLst>
      <p:ext uri="{BB962C8B-B14F-4D97-AF65-F5344CB8AC3E}">
        <p14:creationId xmlns:p14="http://schemas.microsoft.com/office/powerpoint/2010/main" val="2949856806"/>
      </p:ext>
    </p:extLst>
  </p:cSld>
  <p:clrMapOvr>
    <a:masterClrMapping/>
  </p:clrMapOvr>
  <p:hf sldNum="0"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284" y="533400"/>
            <a:ext cx="6859786" cy="2895600"/>
          </a:xfrm>
        </p:spPr>
        <p:txBody>
          <a:bodyPr anchor="ctr">
            <a:normAutofit/>
          </a:bodyPr>
          <a:lstStyle>
            <a:lvl1pPr algn="l">
              <a:defRPr sz="28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533400" y="3886200"/>
            <a:ext cx="6382361" cy="1049866"/>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533400" y="4953000"/>
            <a:ext cx="6382360" cy="10668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C9BE7D3-A636-4CE6-8332-06609AE200D6}" type="datetime1">
              <a:rPr lang="id-ID" smtClean="0"/>
              <a:pPr/>
              <a:t>17/02/2019</a:t>
            </a:fld>
            <a:endParaRPr lang="en-US" dirty="0"/>
          </a:p>
        </p:txBody>
      </p:sp>
      <p:sp>
        <p:nvSpPr>
          <p:cNvPr id="5" name="Footer Placeholder 4"/>
          <p:cNvSpPr>
            <a:spLocks noGrp="1"/>
          </p:cNvSpPr>
          <p:nvPr>
            <p:ph type="ftr" sz="quarter" idx="11"/>
          </p:nvPr>
        </p:nvSpPr>
        <p:spPr/>
        <p:txBody>
          <a:bodyPr/>
          <a:lstStyle/>
          <a:p>
            <a:r>
              <a:rPr lang="id-ID"/>
              <a:t>Teknik Informatika</a:t>
            </a:r>
            <a:endParaRPr lang="en-US" dirty="0"/>
          </a:p>
        </p:txBody>
      </p:sp>
      <p:sp>
        <p:nvSpPr>
          <p:cNvPr id="6" name="Slide Number Placeholder 5"/>
          <p:cNvSpPr>
            <a:spLocks noGrp="1"/>
          </p:cNvSpPr>
          <p:nvPr>
            <p:ph type="sldNum" sz="quarter" idx="12"/>
          </p:nvPr>
        </p:nvSpPr>
        <p:spPr/>
        <p:txBody>
          <a:bodyPr/>
          <a:lstStyle/>
          <a:p>
            <a:fld id="{B9A3E301-FF4D-4C01-9FD8-79CD33884137}" type="slidenum">
              <a:rPr lang="en-US" smtClean="0"/>
              <a:pPr/>
              <a:t>‹#›</a:t>
            </a:fld>
            <a:endParaRPr lang="en-US"/>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562475582"/>
      </p:ext>
    </p:extLst>
  </p:cSld>
  <p:clrMapOvr>
    <a:masterClrMapping/>
  </p:clrMapOvr>
  <p:hf sldNum="0"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7525658" cy="2895600"/>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533400" y="3928534"/>
            <a:ext cx="6382361" cy="838200"/>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533400" y="4766735"/>
            <a:ext cx="6382360" cy="1253065"/>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C9BE7D3-A636-4CE6-8332-06609AE200D6}" type="datetime1">
              <a:rPr lang="id-ID" smtClean="0"/>
              <a:pPr/>
              <a:t>17/02/2019</a:t>
            </a:fld>
            <a:endParaRPr lang="en-US" dirty="0"/>
          </a:p>
        </p:txBody>
      </p:sp>
      <p:sp>
        <p:nvSpPr>
          <p:cNvPr id="5" name="Footer Placeholder 4"/>
          <p:cNvSpPr>
            <a:spLocks noGrp="1"/>
          </p:cNvSpPr>
          <p:nvPr>
            <p:ph type="ftr" sz="quarter" idx="11"/>
          </p:nvPr>
        </p:nvSpPr>
        <p:spPr/>
        <p:txBody>
          <a:bodyPr/>
          <a:lstStyle/>
          <a:p>
            <a:r>
              <a:rPr lang="id-ID"/>
              <a:t>Teknik Informatika</a:t>
            </a:r>
            <a:endParaRPr lang="en-US" dirty="0"/>
          </a:p>
        </p:txBody>
      </p:sp>
      <p:sp>
        <p:nvSpPr>
          <p:cNvPr id="6" name="Slide Number Placeholder 5"/>
          <p:cNvSpPr>
            <a:spLocks noGrp="1"/>
          </p:cNvSpPr>
          <p:nvPr>
            <p:ph type="sldNum" sz="quarter" idx="12"/>
          </p:nvPr>
        </p:nvSpPr>
        <p:spPr/>
        <p:txBody>
          <a:bodyPr/>
          <a:lstStyle/>
          <a:p>
            <a:fld id="{B9A3E301-FF4D-4C01-9FD8-79CD33884137}" type="slidenum">
              <a:rPr lang="en-US" smtClean="0"/>
              <a:pPr/>
              <a:t>‹#›</a:t>
            </a:fld>
            <a:endParaRPr lang="en-US"/>
          </a:p>
        </p:txBody>
      </p:sp>
    </p:spTree>
    <p:extLst>
      <p:ext uri="{BB962C8B-B14F-4D97-AF65-F5344CB8AC3E}">
        <p14:creationId xmlns:p14="http://schemas.microsoft.com/office/powerpoint/2010/main" val="134726365"/>
      </p:ext>
    </p:extLst>
  </p:cSld>
  <p:clrMapOvr>
    <a:masterClrMapping/>
  </p:clrMapOvr>
  <p:hf sldNum="0"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lgn="l">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33400" y="533401"/>
            <a:ext cx="6554867" cy="376767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9BE7D3-A636-4CE6-8332-06609AE200D6}" type="datetime1">
              <a:rPr lang="id-ID" smtClean="0"/>
              <a:pPr/>
              <a:t>17/02/2019</a:t>
            </a:fld>
            <a:endParaRPr lang="en-US" dirty="0"/>
          </a:p>
        </p:txBody>
      </p:sp>
      <p:sp>
        <p:nvSpPr>
          <p:cNvPr id="5" name="Footer Placeholder 4"/>
          <p:cNvSpPr>
            <a:spLocks noGrp="1"/>
          </p:cNvSpPr>
          <p:nvPr>
            <p:ph type="ftr" sz="quarter" idx="11"/>
          </p:nvPr>
        </p:nvSpPr>
        <p:spPr/>
        <p:txBody>
          <a:bodyPr/>
          <a:lstStyle/>
          <a:p>
            <a:r>
              <a:rPr lang="id-ID"/>
              <a:t>Teknik Informatika</a:t>
            </a:r>
            <a:endParaRPr lang="en-US" dirty="0"/>
          </a:p>
        </p:txBody>
      </p:sp>
      <p:sp>
        <p:nvSpPr>
          <p:cNvPr id="6" name="Slide Number Placeholder 5"/>
          <p:cNvSpPr>
            <a:spLocks noGrp="1"/>
          </p:cNvSpPr>
          <p:nvPr>
            <p:ph type="sldNum" sz="quarter" idx="12"/>
          </p:nvPr>
        </p:nvSpPr>
        <p:spPr/>
        <p:txBody>
          <a:bodyPr/>
          <a:lstStyle/>
          <a:p>
            <a:fld id="{B9A3E301-FF4D-4C01-9FD8-79CD33884137}" type="slidenum">
              <a:rPr lang="en-US" smtClean="0"/>
              <a:pPr/>
              <a:t>‹#›</a:t>
            </a:fld>
            <a:endParaRPr lang="en-US"/>
          </a:p>
        </p:txBody>
      </p:sp>
    </p:spTree>
    <p:extLst>
      <p:ext uri="{BB962C8B-B14F-4D97-AF65-F5344CB8AC3E}">
        <p14:creationId xmlns:p14="http://schemas.microsoft.com/office/powerpoint/2010/main" val="1892297260"/>
      </p:ext>
    </p:extLst>
  </p:cSld>
  <p:clrMapOvr>
    <a:masterClrMapping/>
  </p:clrMapOvr>
  <p:hf sldNum="0"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66406" y="533400"/>
            <a:ext cx="2044194" cy="4419600"/>
          </a:xfrm>
        </p:spPr>
        <p:txBody>
          <a:bodyPr vert="eaVert">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33400" y="533400"/>
            <a:ext cx="5850012" cy="5486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9BE7D3-A636-4CE6-8332-06609AE200D6}" type="datetime1">
              <a:rPr lang="id-ID" smtClean="0"/>
              <a:pPr/>
              <a:t>17/02/2019</a:t>
            </a:fld>
            <a:endParaRPr lang="en-US" dirty="0"/>
          </a:p>
        </p:txBody>
      </p:sp>
      <p:sp>
        <p:nvSpPr>
          <p:cNvPr id="5" name="Footer Placeholder 4"/>
          <p:cNvSpPr>
            <a:spLocks noGrp="1"/>
          </p:cNvSpPr>
          <p:nvPr>
            <p:ph type="ftr" sz="quarter" idx="11"/>
          </p:nvPr>
        </p:nvSpPr>
        <p:spPr/>
        <p:txBody>
          <a:bodyPr/>
          <a:lstStyle/>
          <a:p>
            <a:r>
              <a:rPr lang="id-ID"/>
              <a:t>Teknik Informatika</a:t>
            </a:r>
            <a:endParaRPr lang="en-US" dirty="0"/>
          </a:p>
        </p:txBody>
      </p:sp>
      <p:sp>
        <p:nvSpPr>
          <p:cNvPr id="6" name="Slide Number Placeholder 5"/>
          <p:cNvSpPr>
            <a:spLocks noGrp="1"/>
          </p:cNvSpPr>
          <p:nvPr>
            <p:ph type="sldNum" sz="quarter" idx="12"/>
          </p:nvPr>
        </p:nvSpPr>
        <p:spPr/>
        <p:txBody>
          <a:bodyPr/>
          <a:lstStyle/>
          <a:p>
            <a:fld id="{B9A3E301-FF4D-4C01-9FD8-79CD33884137}" type="slidenum">
              <a:rPr lang="en-US" smtClean="0"/>
              <a:pPr/>
              <a:t>‹#›</a:t>
            </a:fld>
            <a:endParaRPr lang="en-US"/>
          </a:p>
        </p:txBody>
      </p:sp>
    </p:spTree>
    <p:extLst>
      <p:ext uri="{BB962C8B-B14F-4D97-AF65-F5344CB8AC3E}">
        <p14:creationId xmlns:p14="http://schemas.microsoft.com/office/powerpoint/2010/main" val="163686374"/>
      </p:ext>
    </p:extLst>
  </p:cSld>
  <p:clrMapOvr>
    <a:masterClrMapping/>
  </p:clrMapOvr>
  <p:hf sldNum="0"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670675" y="3894667"/>
            <a:ext cx="2470456" cy="2658533"/>
            <a:chOff x="6687077" y="3259666"/>
            <a:chExt cx="2981857" cy="3208867"/>
          </a:xfrm>
        </p:grpSpPr>
        <p:cxnSp>
          <p:nvCxnSpPr>
            <p:cNvPr id="8" name="Straight Connector 7"/>
            <p:cNvCxnSpPr/>
            <p:nvPr/>
          </p:nvCxnSpPr>
          <p:spPr>
            <a:xfrm flipH="1">
              <a:off x="8756120" y="3259666"/>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6687077" y="3486677"/>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7772400" y="3581400"/>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7923214" y="3433394"/>
              <a:ext cx="1739738" cy="173974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8398935" y="3985317"/>
              <a:ext cx="1264017" cy="126401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33400" y="4495800"/>
            <a:ext cx="6554867" cy="15240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533401"/>
            <a:ext cx="6554867" cy="3767670"/>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30245" y="6172203"/>
            <a:ext cx="1200463"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9C9BE7D3-A636-4CE6-8332-06609AE200D6}" type="datetime1">
              <a:rPr lang="id-ID" smtClean="0"/>
              <a:pPr/>
              <a:t>17/02/2019</a:t>
            </a:fld>
            <a:endParaRPr lang="en-US" dirty="0"/>
          </a:p>
        </p:txBody>
      </p:sp>
      <p:sp>
        <p:nvSpPr>
          <p:cNvPr id="5" name="Footer Placeholder 4"/>
          <p:cNvSpPr>
            <a:spLocks noGrp="1"/>
          </p:cNvSpPr>
          <p:nvPr>
            <p:ph type="ftr" sz="quarter" idx="3"/>
          </p:nvPr>
        </p:nvSpPr>
        <p:spPr>
          <a:xfrm>
            <a:off x="533400" y="6172200"/>
            <a:ext cx="5811724"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r>
              <a:rPr lang="id-ID"/>
              <a:t>Teknik Informatika</a:t>
            </a:r>
            <a:endParaRPr lang="en-US" dirty="0"/>
          </a:p>
        </p:txBody>
      </p:sp>
      <p:sp>
        <p:nvSpPr>
          <p:cNvPr id="6" name="Slide Number Placeholder 5"/>
          <p:cNvSpPr>
            <a:spLocks noGrp="1"/>
          </p:cNvSpPr>
          <p:nvPr>
            <p:ph type="sldNum" sz="quarter" idx="4"/>
          </p:nvPr>
        </p:nvSpPr>
        <p:spPr>
          <a:xfrm>
            <a:off x="7774426" y="5578478"/>
            <a:ext cx="856907" cy="669925"/>
          </a:xfrm>
          <a:prstGeom prst="rect">
            <a:avLst/>
          </a:prstGeom>
        </p:spPr>
        <p:txBody>
          <a:bodyPr vert="horz" lIns="91440" tIns="45720" rIns="91440" bIns="45720" rtlCol="0" anchor="b"/>
          <a:lstStyle>
            <a:lvl1pPr algn="r">
              <a:defRPr sz="2800" b="0" i="0">
                <a:solidFill>
                  <a:schemeClr val="bg2">
                    <a:lumMod val="50000"/>
                  </a:schemeClr>
                </a:solidFill>
                <a:effectLst/>
                <a:latin typeface="+mn-lt"/>
              </a:defRPr>
            </a:lvl1pPr>
          </a:lstStyle>
          <a:p>
            <a:fld id="{B9A3E301-FF4D-4C01-9FD8-79CD33884137}" type="slidenum">
              <a:rPr lang="en-US" smtClean="0"/>
              <a:pPr/>
              <a:t>‹#›</a:t>
            </a:fld>
            <a:endParaRPr lang="en-US"/>
          </a:p>
        </p:txBody>
      </p:sp>
    </p:spTree>
    <p:extLst>
      <p:ext uri="{BB962C8B-B14F-4D97-AF65-F5344CB8AC3E}">
        <p14:creationId xmlns:p14="http://schemas.microsoft.com/office/powerpoint/2010/main" val="98483413"/>
      </p:ext>
    </p:extLst>
  </p:cSld>
  <p:clrMap bg1="dk1" tx1="lt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Lst>
  <p:hf sldNum="0" hdr="0"/>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if.ubaya.ac.id/judulmetpe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id-ID" dirty="0"/>
              <a:t>Research Proposal</a:t>
            </a:r>
          </a:p>
        </p:txBody>
      </p:sp>
      <p:sp>
        <p:nvSpPr>
          <p:cNvPr id="3" name="Subtitle 2"/>
          <p:cNvSpPr>
            <a:spLocks noGrp="1"/>
          </p:cNvSpPr>
          <p:nvPr>
            <p:ph type="subTitle" idx="1"/>
          </p:nvPr>
        </p:nvSpPr>
        <p:spPr/>
        <p:txBody>
          <a:bodyPr/>
          <a:lstStyle/>
          <a:p>
            <a:endParaRPr lang="id-ID"/>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CADF2543-1B6F-4FBC-A7AF-53A0430E0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3159" y="485244"/>
            <a:ext cx="6400800" cy="1507067"/>
          </a:xfrm>
        </p:spPr>
        <p:txBody>
          <a:bodyPr>
            <a:normAutofit/>
          </a:bodyPr>
          <a:lstStyle/>
          <a:p>
            <a:r>
              <a:rPr lang="id-ID"/>
              <a:t>Research Proposal</a:t>
            </a:r>
            <a:endParaRPr lang="id-ID" dirty="0"/>
          </a:p>
        </p:txBody>
      </p:sp>
      <p:grpSp>
        <p:nvGrpSpPr>
          <p:cNvPr id="17" name="Group 9">
            <a:extLst>
              <a:ext uri="{FF2B5EF4-FFF2-40B4-BE49-F238E27FC236}">
                <a16:creationId xmlns:a16="http://schemas.microsoft.com/office/drawing/2014/main" id="{A80A6E81-6B71-43DF-877B-E964A9A4C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1" name="Straight Connector 10">
              <a:extLst>
                <a:ext uri="{FF2B5EF4-FFF2-40B4-BE49-F238E27FC236}">
                  <a16:creationId xmlns:a16="http://schemas.microsoft.com/office/drawing/2014/main" id="{4E35C3AD-357F-4004-A3F3-2D4EAF34A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37B6032-0A70-4F26-A9A3-B4D60DF118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E192CE3-3DD1-448F-93BE-42983DA0D5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D3DA09-5C72-4562-BEDE-1937DF87E8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6ACA7CA-2A20-49D7-9053-E076463D79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Content Placeholder 2"/>
          <p:cNvSpPr>
            <a:spLocks noGrp="1"/>
          </p:cNvSpPr>
          <p:nvPr>
            <p:ph idx="1"/>
          </p:nvPr>
        </p:nvSpPr>
        <p:spPr>
          <a:xfrm>
            <a:off x="513159" y="2068511"/>
            <a:ext cx="6400800" cy="3615267"/>
          </a:xfrm>
        </p:spPr>
        <p:txBody>
          <a:bodyPr>
            <a:normAutofit/>
          </a:bodyPr>
          <a:lstStyle/>
          <a:p>
            <a:r>
              <a:rPr lang="id-ID">
                <a:solidFill>
                  <a:schemeClr val="tx1"/>
                </a:solidFill>
              </a:rPr>
              <a:t>Document that sets out ideas in an easily accessible way</a:t>
            </a:r>
          </a:p>
          <a:p>
            <a:r>
              <a:rPr lang="id-ID">
                <a:solidFill>
                  <a:schemeClr val="tx1"/>
                </a:solidFill>
              </a:rPr>
              <a:t>Required in Teknik Informatika, Sistem Informasi, and Multimedia, Ubaya</a:t>
            </a:r>
          </a:p>
          <a:p>
            <a:r>
              <a:rPr lang="id-ID">
                <a:solidFill>
                  <a:schemeClr val="tx1"/>
                </a:solidFill>
              </a:rPr>
              <a:t>Submitted through PAJ Informatika</a:t>
            </a:r>
          </a:p>
          <a:p>
            <a:r>
              <a:rPr lang="id-ID">
                <a:solidFill>
                  <a:schemeClr val="tx1"/>
                </a:solidFill>
              </a:rPr>
              <a:t>Need to discuss with one appointed supervisor-to-be and gain acceptance by 2 other reviewers among the lecturers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3159" y="4487332"/>
            <a:ext cx="6400800" cy="1507067"/>
          </a:xfrm>
        </p:spPr>
        <p:txBody>
          <a:bodyPr>
            <a:normAutofit/>
          </a:bodyPr>
          <a:lstStyle/>
          <a:p>
            <a:r>
              <a:rPr lang="id-ID" dirty="0"/>
              <a:t>Content</a:t>
            </a:r>
          </a:p>
        </p:txBody>
      </p:sp>
      <p:graphicFrame>
        <p:nvGraphicFramePr>
          <p:cNvPr id="5" name="Content Placeholder 2">
            <a:extLst>
              <a:ext uri="{FF2B5EF4-FFF2-40B4-BE49-F238E27FC236}">
                <a16:creationId xmlns:a16="http://schemas.microsoft.com/office/drawing/2014/main" id="{BC6C1544-FA27-465B-BEDB-E65444E140C8}"/>
              </a:ext>
            </a:extLst>
          </p:cNvPr>
          <p:cNvGraphicFramePr>
            <a:graphicFrameLocks noGrp="1"/>
          </p:cNvGraphicFramePr>
          <p:nvPr>
            <p:ph idx="1"/>
            <p:extLst>
              <p:ext uri="{D42A27DB-BD31-4B8C-83A1-F6EECF244321}">
                <p14:modId xmlns:p14="http://schemas.microsoft.com/office/powerpoint/2010/main" val="2259720940"/>
              </p:ext>
            </p:extLst>
          </p:nvPr>
        </p:nvGraphicFramePr>
        <p:xfrm>
          <a:off x="513159" y="685800"/>
          <a:ext cx="8115299" cy="36147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0FE681-1E05-478A-89DC-5F7AB37CF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3159" y="685799"/>
            <a:ext cx="2810333" cy="4892040"/>
          </a:xfrm>
        </p:spPr>
        <p:txBody>
          <a:bodyPr>
            <a:normAutofit/>
          </a:bodyPr>
          <a:lstStyle/>
          <a:p>
            <a:pPr algn="r"/>
            <a:r>
              <a:rPr lang="id-ID" dirty="0"/>
              <a:t>Judul</a:t>
            </a:r>
            <a:endParaRPr lang="id-ID"/>
          </a:p>
        </p:txBody>
      </p:sp>
      <p:cxnSp>
        <p:nvCxnSpPr>
          <p:cNvPr id="10" name="Straight Connector 9">
            <a:extLst>
              <a:ext uri="{FF2B5EF4-FFF2-40B4-BE49-F238E27FC236}">
                <a16:creationId xmlns:a16="http://schemas.microsoft.com/office/drawing/2014/main" id="{2E2F21DC-5F0E-42CF-B89C-C1E25E175C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88087" y="1532373"/>
            <a:ext cx="0" cy="3198892"/>
          </a:xfrm>
          <a:prstGeom prst="line">
            <a:avLst/>
          </a:prstGeom>
          <a:ln w="19050">
            <a:solidFill>
              <a:schemeClr val="tx1">
                <a:alpha val="6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34971" y="685799"/>
            <a:ext cx="4716195" cy="4892040"/>
          </a:xfrm>
        </p:spPr>
        <p:txBody>
          <a:bodyPr>
            <a:normAutofit/>
          </a:bodyPr>
          <a:lstStyle/>
          <a:p>
            <a:r>
              <a:rPr lang="id-ID">
                <a:solidFill>
                  <a:schemeClr val="tx1"/>
                </a:solidFill>
              </a:rPr>
              <a:t>Singkat dan jelas</a:t>
            </a:r>
          </a:p>
          <a:p>
            <a:r>
              <a:rPr lang="id-ID">
                <a:solidFill>
                  <a:schemeClr val="tx1"/>
                </a:solidFill>
              </a:rPr>
              <a:t>Tidak terlalu general, dan tidak terlalu detail</a:t>
            </a:r>
          </a:p>
          <a:p>
            <a:r>
              <a:rPr lang="id-ID">
                <a:solidFill>
                  <a:schemeClr val="tx1"/>
                </a:solidFill>
              </a:rPr>
              <a:t>Tidak harus mencantumkan platform</a:t>
            </a:r>
          </a:p>
          <a:p>
            <a:r>
              <a:rPr lang="id-ID">
                <a:solidFill>
                  <a:schemeClr val="tx1"/>
                </a:solidFill>
              </a:rPr>
              <a:t>Titik berat penelitian harus tampak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12" name="Snip Diagonal Corner Rectangle 6">
            <a:extLst>
              <a:ext uri="{FF2B5EF4-FFF2-40B4-BE49-F238E27FC236}">
                <a16:creationId xmlns:a16="http://schemas.microsoft.com/office/drawing/2014/main" id="{AD2D45C7-2E37-44FD-AC77-116CD14B9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3" y="2"/>
            <a:ext cx="9143307" cy="6857998"/>
          </a:xfrm>
          <a:prstGeom prst="rect">
            <a:avLst/>
          </a:prstGeom>
          <a:ln>
            <a:noFill/>
          </a:ln>
        </p:spPr>
        <p:style>
          <a:lnRef idx="2">
            <a:schemeClr val="accent2"/>
          </a:lnRef>
          <a:fillRef idx="1002">
            <a:schemeClr val="dk2"/>
          </a:fillRef>
          <a:effectRef idx="0">
            <a:schemeClr val="accent2"/>
          </a:effectRef>
          <a:fontRef idx="minor">
            <a:schemeClr val="dk1"/>
          </a:fontRef>
        </p:style>
        <p:txBody>
          <a:bodyPr wrap="square" rtlCol="0" anchor="ctr">
            <a:noAutofit/>
          </a:bodyPr>
          <a:lstStyle/>
          <a:p>
            <a:pPr algn="ctr"/>
            <a:endParaRPr lang="en-US"/>
          </a:p>
        </p:txBody>
      </p:sp>
      <p:sp useBgFill="1">
        <p:nvSpPr>
          <p:cNvPr id="13" name="Snip Single Corner Rectangle 17">
            <a:extLst>
              <a:ext uri="{FF2B5EF4-FFF2-40B4-BE49-F238E27FC236}">
                <a16:creationId xmlns:a16="http://schemas.microsoft.com/office/drawing/2014/main" id="{1FF88480-2CF1-4C54-8CE3-2CA9CD9FF8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9141618" cy="6857999"/>
          </a:xfrm>
          <a:prstGeom prst="snip1Rect">
            <a:avLst>
              <a:gd name="adj" fmla="val 50000"/>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513159" y="4487332"/>
            <a:ext cx="6400800" cy="1507067"/>
          </a:xfrm>
        </p:spPr>
        <p:txBody>
          <a:bodyPr>
            <a:normAutofit/>
          </a:bodyPr>
          <a:lstStyle/>
          <a:p>
            <a:r>
              <a:rPr lang="id-ID" sz="3500">
                <a:solidFill>
                  <a:schemeClr val="tx2"/>
                </a:solidFill>
              </a:rPr>
              <a:t>Latar Belakang</a:t>
            </a:r>
          </a:p>
        </p:txBody>
      </p:sp>
      <p:sp>
        <p:nvSpPr>
          <p:cNvPr id="3" name="Content Placeholder 2"/>
          <p:cNvSpPr>
            <a:spLocks noGrp="1"/>
          </p:cNvSpPr>
          <p:nvPr>
            <p:ph idx="1"/>
          </p:nvPr>
        </p:nvSpPr>
        <p:spPr>
          <a:xfrm>
            <a:off x="513159" y="685800"/>
            <a:ext cx="6400800" cy="3615267"/>
          </a:xfrm>
        </p:spPr>
        <p:txBody>
          <a:bodyPr>
            <a:normAutofit/>
          </a:bodyPr>
          <a:lstStyle/>
          <a:p>
            <a:pPr>
              <a:lnSpc>
                <a:spcPct val="90000"/>
              </a:lnSpc>
            </a:pPr>
            <a:r>
              <a:rPr lang="id-ID" sz="1300">
                <a:solidFill>
                  <a:schemeClr val="tx1"/>
                </a:solidFill>
              </a:rPr>
              <a:t>Menunjukkan pengamatan yang mendalam terhadap sebuah issue</a:t>
            </a:r>
          </a:p>
          <a:p>
            <a:pPr>
              <a:lnSpc>
                <a:spcPct val="90000"/>
              </a:lnSpc>
            </a:pPr>
            <a:r>
              <a:rPr lang="id-ID" sz="1300">
                <a:solidFill>
                  <a:schemeClr val="tx1"/>
                </a:solidFill>
              </a:rPr>
              <a:t>Menjawab pertanyaan mengapa sebuah solusi ditawarkan</a:t>
            </a:r>
          </a:p>
          <a:p>
            <a:pPr>
              <a:lnSpc>
                <a:spcPct val="90000"/>
              </a:lnSpc>
            </a:pPr>
            <a:r>
              <a:rPr lang="id-ID" sz="1300">
                <a:solidFill>
                  <a:schemeClr val="tx1"/>
                </a:solidFill>
              </a:rPr>
              <a:t>Menunjukkan rasional dan relevansi pemecahan masalah</a:t>
            </a:r>
          </a:p>
          <a:p>
            <a:pPr>
              <a:lnSpc>
                <a:spcPct val="90000"/>
              </a:lnSpc>
            </a:pPr>
            <a:r>
              <a:rPr lang="id-ID" sz="1300">
                <a:solidFill>
                  <a:schemeClr val="tx1"/>
                </a:solidFill>
              </a:rPr>
              <a:t>Selain masalah, peluang atau potensi pengembangan juga dapat menjadi latar belakang.</a:t>
            </a:r>
          </a:p>
          <a:p>
            <a:pPr>
              <a:lnSpc>
                <a:spcPct val="90000"/>
              </a:lnSpc>
            </a:pPr>
            <a:r>
              <a:rPr lang="id-ID" sz="1300">
                <a:solidFill>
                  <a:schemeClr val="tx1"/>
                </a:solidFill>
              </a:rPr>
              <a:t>Tidak melebar ke area general</a:t>
            </a:r>
          </a:p>
          <a:p>
            <a:pPr>
              <a:lnSpc>
                <a:spcPct val="90000"/>
              </a:lnSpc>
            </a:pPr>
            <a:r>
              <a:rPr lang="id-ID" sz="1300">
                <a:solidFill>
                  <a:schemeClr val="tx1"/>
                </a:solidFill>
              </a:rPr>
              <a:t>Tidak mendasarkan masalah ke hal-hal yang tidak terukur seperti kurang menarik, kurang bagus, dll.</a:t>
            </a:r>
          </a:p>
          <a:p>
            <a:pPr>
              <a:lnSpc>
                <a:spcPct val="90000"/>
              </a:lnSpc>
            </a:pPr>
            <a:r>
              <a:rPr lang="id-ID" sz="1300">
                <a:solidFill>
                  <a:schemeClr val="tx1"/>
                </a:solidFill>
              </a:rPr>
              <a:t>Tidak mendasarkan masalah pada hal-hal yang tidak ada, seperti tidak ada sistem informasi, tidak terkomputerisasi, dll.</a:t>
            </a:r>
          </a:p>
          <a:p>
            <a:pPr>
              <a:lnSpc>
                <a:spcPct val="90000"/>
              </a:lnSpc>
            </a:pPr>
            <a:r>
              <a:rPr lang="id-ID" sz="1300">
                <a:solidFill>
                  <a:schemeClr val="tx1"/>
                </a:solidFill>
              </a:rPr>
              <a:t>Menunjukkan penguasaan dan pengamatan atas solusi lain yang saat ini mungkin ada</a:t>
            </a:r>
          </a:p>
          <a:p>
            <a:pPr>
              <a:lnSpc>
                <a:spcPct val="90000"/>
              </a:lnSpc>
            </a:pPr>
            <a:r>
              <a:rPr lang="id-ID" sz="1300">
                <a:solidFill>
                  <a:schemeClr val="tx1"/>
                </a:solidFill>
              </a:rPr>
              <a:t>Menunjukkan bahwa anda menguasai topik ini dan mengapa penelitian ini penting</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509B08A-C1EC-478C-86AF-60ADE06D9B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217" y="685800"/>
            <a:ext cx="3613992" cy="4603749"/>
          </a:xfrm>
        </p:spPr>
        <p:txBody>
          <a:bodyPr>
            <a:normAutofit/>
          </a:bodyPr>
          <a:lstStyle/>
          <a:p>
            <a:pPr algn="r"/>
            <a:r>
              <a:rPr lang="id-ID" sz="4500"/>
              <a:t>Rumusan Masalah</a:t>
            </a:r>
          </a:p>
        </p:txBody>
      </p:sp>
      <p:sp>
        <p:nvSpPr>
          <p:cNvPr id="10" name="Rectangle 9">
            <a:extLst>
              <a:ext uri="{FF2B5EF4-FFF2-40B4-BE49-F238E27FC236}">
                <a16:creationId xmlns:a16="http://schemas.microsoft.com/office/drawing/2014/main" id="{221CC330-4259-4C32-BF8B-5FE13FFABB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1999" y="0"/>
            <a:ext cx="4572001" cy="6858000"/>
          </a:xfrm>
          <a:prstGeom prst="rect">
            <a:avLst/>
          </a:prstGeom>
          <a:solidFill>
            <a:schemeClr val="bg2">
              <a:alpha val="97000"/>
            </a:schemeClr>
          </a:solidFill>
          <a:ln>
            <a:noFill/>
          </a:ln>
          <a:effectLst/>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969238" y="685800"/>
            <a:ext cx="3659219" cy="4603750"/>
          </a:xfrm>
        </p:spPr>
        <p:txBody>
          <a:bodyPr>
            <a:normAutofit/>
          </a:bodyPr>
          <a:lstStyle/>
          <a:p>
            <a:r>
              <a:rPr lang="id-ID">
                <a:solidFill>
                  <a:schemeClr val="tx1"/>
                </a:solidFill>
              </a:rPr>
              <a:t>Sebuah pertanyaan singkat yang merangkum permasalahan utama</a:t>
            </a:r>
          </a:p>
          <a:p>
            <a:r>
              <a:rPr lang="id-ID">
                <a:solidFill>
                  <a:schemeClr val="tx1"/>
                </a:solidFill>
              </a:rPr>
              <a:t>Tidak boleh menunjukkan solusi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81BBDC9-2DC6-4959-AC3D-49A5DCB05D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B74BB55-8517-4CFE-9389-81D0E6F81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78992" cy="6858000"/>
          </a:xfrm>
          <a:prstGeom prst="rect">
            <a:avLst/>
          </a:prstGeom>
          <a:solidFill>
            <a:schemeClr val="accent1">
              <a:lumMod val="5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grpSp>
        <p:nvGrpSpPr>
          <p:cNvPr id="12" name="Group 11">
            <a:extLst>
              <a:ext uri="{FF2B5EF4-FFF2-40B4-BE49-F238E27FC236}">
                <a16:creationId xmlns:a16="http://schemas.microsoft.com/office/drawing/2014/main" id="{A3F7C935-E41E-4E8D-91DF-D3BAB9521DF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038" y="4435646"/>
            <a:ext cx="1064657" cy="1660354"/>
            <a:chOff x="10292292" y="2963333"/>
            <a:chExt cx="1896535" cy="2218267"/>
          </a:xfrm>
        </p:grpSpPr>
        <p:cxnSp>
          <p:nvCxnSpPr>
            <p:cNvPr id="13" name="Straight Connector 12">
              <a:extLst>
                <a:ext uri="{FF2B5EF4-FFF2-40B4-BE49-F238E27FC236}">
                  <a16:creationId xmlns:a16="http://schemas.microsoft.com/office/drawing/2014/main" id="{4FB64230-1B44-4C76-9885-0BBE5C736C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3F7F181-4FFE-4F8E-A3D0-1A8ECDEFFB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0292292" y="3190344"/>
              <a:ext cx="1896535"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066495D-EC57-44E4-8DED-0DC2E07AA2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E0DA2F2-D672-4417-8072-9ED4FA5CC59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0E8BACB-AEC7-46A5-A3AD-4D1BBE8715B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19" name="Rectangle 18">
            <a:extLst>
              <a:ext uri="{FF2B5EF4-FFF2-40B4-BE49-F238E27FC236}">
                <a16:creationId xmlns:a16="http://schemas.microsoft.com/office/drawing/2014/main" id="{08452CCF-4A27-488A-AAF4-424933CFC9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0659" y="0"/>
            <a:ext cx="3493008" cy="6858000"/>
          </a:xfrm>
          <a:prstGeom prst="rect">
            <a:avLst/>
          </a:prstGeom>
          <a:solidFill>
            <a:schemeClr val="accent1">
              <a:lumMod val="75000"/>
            </a:schemeClr>
          </a:solidFill>
          <a:ln>
            <a:noFill/>
          </a:ln>
          <a:effectLst/>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6189" y="685800"/>
            <a:ext cx="2778952" cy="5308599"/>
          </a:xfrm>
        </p:spPr>
        <p:txBody>
          <a:bodyPr>
            <a:normAutofit/>
          </a:bodyPr>
          <a:lstStyle/>
          <a:p>
            <a:r>
              <a:rPr lang="id-ID" sz="2800">
                <a:solidFill>
                  <a:srgbClr val="FFFFFF"/>
                </a:solidFill>
              </a:rPr>
              <a:t>Tujuan</a:t>
            </a:r>
          </a:p>
        </p:txBody>
      </p:sp>
      <p:sp>
        <p:nvSpPr>
          <p:cNvPr id="3" name="Content Placeholder 2"/>
          <p:cNvSpPr>
            <a:spLocks noGrp="1"/>
          </p:cNvSpPr>
          <p:nvPr>
            <p:ph idx="1"/>
          </p:nvPr>
        </p:nvSpPr>
        <p:spPr>
          <a:xfrm>
            <a:off x="4887414" y="685800"/>
            <a:ext cx="3565923" cy="5410200"/>
          </a:xfrm>
        </p:spPr>
        <p:txBody>
          <a:bodyPr>
            <a:normAutofit/>
          </a:bodyPr>
          <a:lstStyle/>
          <a:p>
            <a:r>
              <a:rPr lang="id-ID" sz="1600">
                <a:solidFill>
                  <a:srgbClr val="FFFFFF"/>
                </a:solidFill>
              </a:rPr>
              <a:t>Inti dari sebuah tujuan adalah menjawab rumusan permasalahan</a:t>
            </a:r>
          </a:p>
          <a:p>
            <a:r>
              <a:rPr lang="id-ID" sz="1600">
                <a:solidFill>
                  <a:srgbClr val="FFFFFF"/>
                </a:solidFill>
              </a:rPr>
              <a:t>Boleh menyebutkan kemungkinan solusi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509B08A-C1EC-478C-86AF-60ADE06D9B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217" y="685800"/>
            <a:ext cx="3613992" cy="4603749"/>
          </a:xfrm>
        </p:spPr>
        <p:txBody>
          <a:bodyPr>
            <a:normAutofit/>
          </a:bodyPr>
          <a:lstStyle/>
          <a:p>
            <a:pPr algn="r"/>
            <a:r>
              <a:rPr lang="id-ID" sz="4500"/>
              <a:t>Manfaat</a:t>
            </a:r>
          </a:p>
        </p:txBody>
      </p:sp>
      <p:sp>
        <p:nvSpPr>
          <p:cNvPr id="10" name="Rectangle 9">
            <a:extLst>
              <a:ext uri="{FF2B5EF4-FFF2-40B4-BE49-F238E27FC236}">
                <a16:creationId xmlns:a16="http://schemas.microsoft.com/office/drawing/2014/main" id="{221CC330-4259-4C32-BF8B-5FE13FFABB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1999" y="0"/>
            <a:ext cx="4572001" cy="6858000"/>
          </a:xfrm>
          <a:prstGeom prst="rect">
            <a:avLst/>
          </a:prstGeom>
          <a:solidFill>
            <a:schemeClr val="bg2">
              <a:alpha val="97000"/>
            </a:schemeClr>
          </a:solidFill>
          <a:ln>
            <a:noFill/>
          </a:ln>
          <a:effectLst/>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969238" y="685800"/>
            <a:ext cx="3659219" cy="4603750"/>
          </a:xfrm>
        </p:spPr>
        <p:txBody>
          <a:bodyPr>
            <a:normAutofit/>
          </a:bodyPr>
          <a:lstStyle/>
          <a:p>
            <a:r>
              <a:rPr lang="id-ID">
                <a:solidFill>
                  <a:schemeClr val="tx1"/>
                </a:solidFill>
              </a:rPr>
              <a:t>Setelah penelitian ini selesai dibuat, apa saja manfaat yang dapat diperoleh oleh berbagai pihak : dunia pendidikan, institusi, masyarakat, dsb</a:t>
            </a:r>
          </a:p>
          <a:p>
            <a:pPr>
              <a:buNone/>
            </a:pPr>
            <a:endParaRPr lang="id-ID">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12" name="Snip Diagonal Corner Rectangle 6">
            <a:extLst>
              <a:ext uri="{FF2B5EF4-FFF2-40B4-BE49-F238E27FC236}">
                <a16:creationId xmlns:a16="http://schemas.microsoft.com/office/drawing/2014/main" id="{AD2D45C7-2E37-44FD-AC77-116CD14B9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3" y="2"/>
            <a:ext cx="9143307" cy="6857998"/>
          </a:xfrm>
          <a:prstGeom prst="rect">
            <a:avLst/>
          </a:prstGeom>
          <a:ln>
            <a:noFill/>
          </a:ln>
        </p:spPr>
        <p:style>
          <a:lnRef idx="2">
            <a:schemeClr val="accent2"/>
          </a:lnRef>
          <a:fillRef idx="1002">
            <a:schemeClr val="dk2"/>
          </a:fillRef>
          <a:effectRef idx="0">
            <a:schemeClr val="accent2"/>
          </a:effectRef>
          <a:fontRef idx="minor">
            <a:schemeClr val="dk1"/>
          </a:fontRef>
        </p:style>
        <p:txBody>
          <a:bodyPr wrap="square" rtlCol="0" anchor="ctr">
            <a:noAutofit/>
          </a:bodyPr>
          <a:lstStyle/>
          <a:p>
            <a:pPr algn="ctr"/>
            <a:endParaRPr lang="en-US"/>
          </a:p>
        </p:txBody>
      </p:sp>
      <p:sp useBgFill="1">
        <p:nvSpPr>
          <p:cNvPr id="13" name="Snip Single Corner Rectangle 17">
            <a:extLst>
              <a:ext uri="{FF2B5EF4-FFF2-40B4-BE49-F238E27FC236}">
                <a16:creationId xmlns:a16="http://schemas.microsoft.com/office/drawing/2014/main" id="{1FF88480-2CF1-4C54-8CE3-2CA9CD9FF8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9141618" cy="6857999"/>
          </a:xfrm>
          <a:prstGeom prst="snip1Rect">
            <a:avLst>
              <a:gd name="adj" fmla="val 50000"/>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513159" y="4487332"/>
            <a:ext cx="6400800" cy="1507067"/>
          </a:xfrm>
        </p:spPr>
        <p:txBody>
          <a:bodyPr>
            <a:normAutofit/>
          </a:bodyPr>
          <a:lstStyle/>
          <a:p>
            <a:r>
              <a:rPr lang="id-ID" sz="3500">
                <a:solidFill>
                  <a:schemeClr val="tx2"/>
                </a:solidFill>
              </a:rPr>
              <a:t>Ruang Lingkup</a:t>
            </a:r>
          </a:p>
        </p:txBody>
      </p:sp>
      <p:sp>
        <p:nvSpPr>
          <p:cNvPr id="3" name="Content Placeholder 2"/>
          <p:cNvSpPr>
            <a:spLocks noGrp="1"/>
          </p:cNvSpPr>
          <p:nvPr>
            <p:ph idx="1"/>
          </p:nvPr>
        </p:nvSpPr>
        <p:spPr>
          <a:xfrm>
            <a:off x="513159" y="685800"/>
            <a:ext cx="6400800" cy="3615267"/>
          </a:xfrm>
        </p:spPr>
        <p:txBody>
          <a:bodyPr>
            <a:normAutofit/>
          </a:bodyPr>
          <a:lstStyle/>
          <a:p>
            <a:r>
              <a:rPr lang="id-ID">
                <a:solidFill>
                  <a:schemeClr val="tx1"/>
                </a:solidFill>
              </a:rPr>
              <a:t>Untuk memberikan penjelasan lingkup aplikasi yang dibuat dengan singkat.</a:t>
            </a:r>
          </a:p>
          <a:p>
            <a:r>
              <a:rPr lang="id-ID">
                <a:solidFill>
                  <a:schemeClr val="tx1"/>
                </a:solidFill>
              </a:rPr>
              <a:t>Batasan yang dicantumkan memiliki rasional </a:t>
            </a:r>
          </a:p>
          <a:p>
            <a:r>
              <a:rPr lang="id-ID">
                <a:solidFill>
                  <a:schemeClr val="tx1"/>
                </a:solidFill>
              </a:rPr>
              <a:t>Lebih baik mencantumkan apa yang termasuk, bukannya apa yang tidak termasuk </a:t>
            </a:r>
          </a:p>
          <a:p>
            <a:pPr lvl="0"/>
            <a:r>
              <a:rPr lang="id-ID">
                <a:solidFill>
                  <a:schemeClr val="tx1"/>
                </a:solidFill>
              </a:rPr>
              <a:t>Menuliskan apa yang dibuat dalam format general, tidak perlu detail ( lebih dari 1 level bullet atau numbering )</a:t>
            </a:r>
          </a:p>
          <a:p>
            <a:pPr lvl="0"/>
            <a:r>
              <a:rPr lang="id-ID">
                <a:solidFill>
                  <a:schemeClr val="tx1"/>
                </a:solidFill>
              </a:rPr>
              <a:t>Software dan platform tidak perlu ditulis</a:t>
            </a:r>
          </a:p>
          <a:p>
            <a:pPr>
              <a:buNone/>
            </a:pPr>
            <a:endParaRPr lang="id-ID">
              <a:solidFill>
                <a:schemeClr val="tx1"/>
              </a:solidFill>
            </a:endParaRP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D131F1-A2D1-4005-A4D4-3E6CED0BFE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3159" y="4799010"/>
            <a:ext cx="6952059" cy="1155267"/>
          </a:xfrm>
        </p:spPr>
        <p:txBody>
          <a:bodyPr anchor="ctr">
            <a:normAutofit/>
          </a:bodyPr>
          <a:lstStyle/>
          <a:p>
            <a:r>
              <a:rPr lang="id-ID">
                <a:solidFill>
                  <a:srgbClr val="FFFFFF"/>
                </a:solidFill>
              </a:rPr>
              <a:t>Metodologi Penelitian</a:t>
            </a:r>
          </a:p>
        </p:txBody>
      </p:sp>
      <p:sp>
        <p:nvSpPr>
          <p:cNvPr id="10" name="Snip Diagonal Corner Rectangle 21">
            <a:extLst>
              <a:ext uri="{FF2B5EF4-FFF2-40B4-BE49-F238E27FC236}">
                <a16:creationId xmlns:a16="http://schemas.microsoft.com/office/drawing/2014/main" id="{81A7082F-8898-45F9-9051-28EFBA30FD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4572000"/>
          </a:xfrm>
          <a:prstGeom prst="snip2DiagRect">
            <a:avLst>
              <a:gd name="adj1" fmla="val 0"/>
              <a:gd name="adj2" fmla="val 0"/>
            </a:avLst>
          </a:prstGeom>
          <a:solidFill>
            <a:schemeClr val="tx1">
              <a:alpha val="37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13159" y="685800"/>
            <a:ext cx="7322470" cy="3615267"/>
          </a:xfrm>
        </p:spPr>
        <p:txBody>
          <a:bodyPr>
            <a:normAutofit/>
          </a:bodyPr>
          <a:lstStyle/>
          <a:p>
            <a:r>
              <a:rPr lang="id-ID" dirty="0"/>
              <a:t>Secara spesifik menunjukkan langkah yang rencananya akan dilakukan dalam setiap tahap penelitian</a:t>
            </a:r>
          </a:p>
          <a:p>
            <a:r>
              <a:rPr lang="id-ID" dirty="0"/>
              <a:t>Misal : </a:t>
            </a:r>
          </a:p>
          <a:p>
            <a:pPr>
              <a:buNone/>
            </a:pPr>
            <a:r>
              <a:rPr lang="id-ID" dirty="0"/>
              <a:t>	Membagikan kuesioner di sekolah dasar untuk mengetahui kemampuan anak SD kelas 4 dalam pembagian.</a:t>
            </a:r>
          </a:p>
          <a:p>
            <a:pPr>
              <a:buNone/>
            </a:pPr>
            <a:r>
              <a:rPr lang="id-ID" dirty="0"/>
              <a:t>	Mencari literatur sehubungan dengan data mining di bidang .....</a:t>
            </a:r>
          </a:p>
          <a:p>
            <a:endParaRPr lang="id-ID"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509B08A-C1EC-478C-86AF-60ADE06D9B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0217" y="685800"/>
            <a:ext cx="3613992" cy="4603749"/>
          </a:xfrm>
        </p:spPr>
        <p:txBody>
          <a:bodyPr>
            <a:normAutofit/>
          </a:bodyPr>
          <a:lstStyle/>
          <a:p>
            <a:pPr algn="r"/>
            <a:r>
              <a:rPr lang="id-ID" sz="4500"/>
              <a:t>Gambaran Sistem</a:t>
            </a:r>
          </a:p>
        </p:txBody>
      </p:sp>
      <p:sp>
        <p:nvSpPr>
          <p:cNvPr id="10" name="Rectangle 9">
            <a:extLst>
              <a:ext uri="{FF2B5EF4-FFF2-40B4-BE49-F238E27FC236}">
                <a16:creationId xmlns:a16="http://schemas.microsoft.com/office/drawing/2014/main" id="{221CC330-4259-4C32-BF8B-5FE13FFABB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1999" y="0"/>
            <a:ext cx="4572001" cy="6858000"/>
          </a:xfrm>
          <a:prstGeom prst="rect">
            <a:avLst/>
          </a:prstGeom>
          <a:solidFill>
            <a:schemeClr val="bg2">
              <a:alpha val="97000"/>
            </a:schemeClr>
          </a:solidFill>
          <a:ln>
            <a:noFill/>
          </a:ln>
          <a:effectLst/>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969238" y="685800"/>
            <a:ext cx="3659219" cy="4603750"/>
          </a:xfrm>
        </p:spPr>
        <p:txBody>
          <a:bodyPr>
            <a:normAutofit/>
          </a:bodyPr>
          <a:lstStyle/>
          <a:p>
            <a:r>
              <a:rPr lang="id-ID">
                <a:solidFill>
                  <a:schemeClr val="tx1"/>
                </a:solidFill>
              </a:rPr>
              <a:t>Menunjukkan gambaran utuh rencana solusi dan apa saja yang mampu dilakukan.</a:t>
            </a:r>
          </a:p>
          <a:p>
            <a:r>
              <a:rPr lang="id-ID">
                <a:solidFill>
                  <a:schemeClr val="tx1"/>
                </a:solidFill>
              </a:rPr>
              <a:t>Tidak terlalu detail hingga menunjukkan setiap menu seolah program sudah didesain dan sudah selesai.</a:t>
            </a:r>
          </a:p>
          <a:p>
            <a:r>
              <a:rPr lang="id-ID">
                <a:solidFill>
                  <a:schemeClr val="tx1"/>
                </a:solidFill>
              </a:rPr>
              <a:t>Gambar opsional, boleh disertakan boleh tidak.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8" name="Rectangle 7">
            <a:extLst>
              <a:ext uri="{FF2B5EF4-FFF2-40B4-BE49-F238E27FC236}">
                <a16:creationId xmlns:a16="http://schemas.microsoft.com/office/drawing/2014/main" id="{781BBDC9-2DC6-4959-AC3D-49A5DCB05D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9">
            <a:extLst>
              <a:ext uri="{FF2B5EF4-FFF2-40B4-BE49-F238E27FC236}">
                <a16:creationId xmlns:a16="http://schemas.microsoft.com/office/drawing/2014/main" id="{4B74BB55-8517-4CFE-9389-81D0E6F81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078992" cy="6858000"/>
          </a:xfrm>
          <a:prstGeom prst="rect">
            <a:avLst/>
          </a:prstGeom>
          <a:solidFill>
            <a:schemeClr val="accent1">
              <a:lumMod val="5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grpSp>
        <p:nvGrpSpPr>
          <p:cNvPr id="12" name="Group 11">
            <a:extLst>
              <a:ext uri="{FF2B5EF4-FFF2-40B4-BE49-F238E27FC236}">
                <a16:creationId xmlns:a16="http://schemas.microsoft.com/office/drawing/2014/main" id="{A3F7C935-E41E-4E8D-91DF-D3BAB9521DF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038" y="4435646"/>
            <a:ext cx="1064657" cy="1660354"/>
            <a:chOff x="10292292" y="2963333"/>
            <a:chExt cx="1896535" cy="2218267"/>
          </a:xfrm>
        </p:grpSpPr>
        <p:cxnSp>
          <p:nvCxnSpPr>
            <p:cNvPr id="13" name="Straight Connector 12">
              <a:extLst>
                <a:ext uri="{FF2B5EF4-FFF2-40B4-BE49-F238E27FC236}">
                  <a16:creationId xmlns:a16="http://schemas.microsoft.com/office/drawing/2014/main" id="{4FB64230-1B44-4C76-9885-0BBE5C736C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3F7F181-4FFE-4F8E-A3D0-1A8ECDEFFB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0292292" y="3190344"/>
              <a:ext cx="1896535"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066495D-EC57-44E4-8DED-0DC2E07AA2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E0DA2F2-D672-4417-8072-9ED4FA5CC59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0E8BACB-AEC7-46A5-A3AD-4D1BBE8715B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19" name="Rectangle 18">
            <a:extLst>
              <a:ext uri="{FF2B5EF4-FFF2-40B4-BE49-F238E27FC236}">
                <a16:creationId xmlns:a16="http://schemas.microsoft.com/office/drawing/2014/main" id="{08452CCF-4A27-488A-AAF4-424933CFC9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0659" y="0"/>
            <a:ext cx="3493008" cy="6858000"/>
          </a:xfrm>
          <a:prstGeom prst="rect">
            <a:avLst/>
          </a:prstGeom>
          <a:solidFill>
            <a:schemeClr val="accent1">
              <a:lumMod val="75000"/>
            </a:schemeClr>
          </a:solidFill>
          <a:ln>
            <a:noFill/>
          </a:ln>
          <a:effectLst/>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6189" y="685800"/>
            <a:ext cx="2778952" cy="5308599"/>
          </a:xfrm>
        </p:spPr>
        <p:txBody>
          <a:bodyPr>
            <a:normAutofit/>
          </a:bodyPr>
          <a:lstStyle/>
          <a:p>
            <a:r>
              <a:rPr lang="id-ID" sz="2800">
                <a:solidFill>
                  <a:srgbClr val="FFFFFF"/>
                </a:solidFill>
              </a:rPr>
              <a:t>Jadwal Pelaksanaan dan Budget</a:t>
            </a:r>
          </a:p>
        </p:txBody>
      </p:sp>
      <p:sp>
        <p:nvSpPr>
          <p:cNvPr id="3" name="Content Placeholder 2"/>
          <p:cNvSpPr>
            <a:spLocks noGrp="1"/>
          </p:cNvSpPr>
          <p:nvPr>
            <p:ph idx="1"/>
          </p:nvPr>
        </p:nvSpPr>
        <p:spPr>
          <a:xfrm>
            <a:off x="4887414" y="685800"/>
            <a:ext cx="3565923" cy="5410200"/>
          </a:xfrm>
        </p:spPr>
        <p:txBody>
          <a:bodyPr>
            <a:normAutofit/>
          </a:bodyPr>
          <a:lstStyle/>
          <a:p>
            <a:r>
              <a:rPr lang="id-ID" sz="1600">
                <a:solidFill>
                  <a:srgbClr val="FFFFFF"/>
                </a:solidFill>
              </a:rPr>
              <a:t>Terkadang dibutuhkan untuk pengajuan proposal yang membutuhkan dana dari pihak lain.</a:t>
            </a:r>
          </a:p>
          <a:p>
            <a:r>
              <a:rPr lang="id-ID" sz="1600">
                <a:solidFill>
                  <a:srgbClr val="FFFFFF"/>
                </a:solidFill>
              </a:rPr>
              <a:t>Reasonable, tidak terlalu ambisius, tetapi juga tidak terlalu remeh (lazy)</a:t>
            </a:r>
          </a:p>
          <a:p>
            <a:r>
              <a:rPr lang="id-ID" sz="1600">
                <a:solidFill>
                  <a:srgbClr val="FFFFFF"/>
                </a:solidFill>
              </a:rPr>
              <a:t>Untuk patokan harga, wajar jika ditambah 10% dari harga wajar di pasaran untuk mengantisipasi fluktuasi harga.</a:t>
            </a:r>
          </a:p>
          <a:p>
            <a:r>
              <a:rPr lang="id-ID" sz="1600">
                <a:solidFill>
                  <a:srgbClr val="FFFFFF"/>
                </a:solidFill>
              </a:rPr>
              <a:t>Bagian ini tidak ada pada proposal tugas akhir.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ADF2543-1B6F-4FBC-A7AF-53A0430E05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3159" y="485244"/>
            <a:ext cx="6400800" cy="1507067"/>
          </a:xfrm>
        </p:spPr>
        <p:txBody>
          <a:bodyPr>
            <a:normAutofit/>
          </a:bodyPr>
          <a:lstStyle/>
          <a:p>
            <a:r>
              <a:rPr lang="id-ID" dirty="0"/>
              <a:t>Proposal yang baik</a:t>
            </a:r>
          </a:p>
        </p:txBody>
      </p:sp>
      <p:grpSp>
        <p:nvGrpSpPr>
          <p:cNvPr id="10" name="Group 9">
            <a:extLst>
              <a:ext uri="{FF2B5EF4-FFF2-40B4-BE49-F238E27FC236}">
                <a16:creationId xmlns:a16="http://schemas.microsoft.com/office/drawing/2014/main" id="{A80A6E81-6B71-43DF-877B-E964A9A4CB6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1" name="Straight Connector 10">
              <a:extLst>
                <a:ext uri="{FF2B5EF4-FFF2-40B4-BE49-F238E27FC236}">
                  <a16:creationId xmlns:a16="http://schemas.microsoft.com/office/drawing/2014/main" id="{4E35C3AD-357F-4004-A3F3-2D4EAF34A6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337B6032-0A70-4F26-A9A3-B4D60DF118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E192CE3-3DD1-448F-93BE-42983DA0D5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6D3DA09-5C72-4562-BEDE-1937DF87E8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6ACA7CA-2A20-49D7-9053-E076463D79A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2">
                  <a:lumMod val="75000"/>
                  <a:alpha val="80000"/>
                </a:schemeClr>
              </a:solidFill>
            </a:ln>
          </p:spPr>
          <p:style>
            <a:lnRef idx="2">
              <a:schemeClr val="accent1"/>
            </a:lnRef>
            <a:fillRef idx="0">
              <a:schemeClr val="accent1"/>
            </a:fillRef>
            <a:effectRef idx="1">
              <a:schemeClr val="accent1"/>
            </a:effectRef>
            <a:fontRef idx="minor">
              <a:schemeClr val="tx1"/>
            </a:fontRef>
          </p:style>
        </p:cxnSp>
      </p:grpSp>
      <p:sp>
        <p:nvSpPr>
          <p:cNvPr id="3" name="Content Placeholder 2"/>
          <p:cNvSpPr>
            <a:spLocks noGrp="1"/>
          </p:cNvSpPr>
          <p:nvPr>
            <p:ph idx="1"/>
          </p:nvPr>
        </p:nvSpPr>
        <p:spPr>
          <a:xfrm>
            <a:off x="513159" y="2068511"/>
            <a:ext cx="6400800" cy="3615267"/>
          </a:xfrm>
        </p:spPr>
        <p:txBody>
          <a:bodyPr>
            <a:normAutofit/>
          </a:bodyPr>
          <a:lstStyle/>
          <a:p>
            <a:r>
              <a:rPr lang="id-ID">
                <a:solidFill>
                  <a:schemeClr val="tx1"/>
                </a:solidFill>
              </a:rPr>
              <a:t>Relevan </a:t>
            </a:r>
          </a:p>
          <a:p>
            <a:r>
              <a:rPr lang="id-ID">
                <a:solidFill>
                  <a:schemeClr val="tx1"/>
                </a:solidFill>
              </a:rPr>
              <a:t>Jelas</a:t>
            </a:r>
          </a:p>
          <a:p>
            <a:r>
              <a:rPr lang="id-ID">
                <a:solidFill>
                  <a:schemeClr val="tx1"/>
                </a:solidFill>
              </a:rPr>
              <a:t>Unik atau menawarkan sesuatu yang baru</a:t>
            </a:r>
          </a:p>
          <a:p>
            <a:r>
              <a:rPr lang="id-ID">
                <a:solidFill>
                  <a:schemeClr val="tx1"/>
                </a:solidFill>
              </a:rPr>
              <a:t>Menunjukkan proses pemahaman dan pencarian data yang mendalam telah dilakukan</a:t>
            </a:r>
          </a:p>
          <a:p>
            <a:r>
              <a:rPr lang="id-ID">
                <a:solidFill>
                  <a:schemeClr val="tx1"/>
                </a:solidFill>
              </a:rPr>
              <a:t>Ada rasional yang jelas antara masalah dan solusi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61298746-45D4-45BA-B467-3785366EE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1">
            <a:extLst>
              <a:ext uri="{FF2B5EF4-FFF2-40B4-BE49-F238E27FC236}">
                <a16:creationId xmlns:a16="http://schemas.microsoft.com/office/drawing/2014/main" id="{C6C0FD71-173E-4AC1-A9F7-7A34DE0C2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490097" cy="6858000"/>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a:effectLst>
            <a:innerShdw blurRad="57150" dist="38100">
              <a:prstClr val="black">
                <a:alpha val="70000"/>
              </a:prstClr>
            </a:innerShdw>
          </a:effectLst>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8338" y="1536192"/>
            <a:ext cx="2739199" cy="4042283"/>
          </a:xfrm>
        </p:spPr>
        <p:txBody>
          <a:bodyPr anchor="t">
            <a:normAutofit/>
          </a:bodyPr>
          <a:lstStyle/>
          <a:p>
            <a:r>
              <a:rPr lang="id-ID" sz="2800">
                <a:solidFill>
                  <a:srgbClr val="FFFFFF"/>
                </a:solidFill>
              </a:rPr>
              <a:t>Tugas</a:t>
            </a:r>
          </a:p>
        </p:txBody>
      </p:sp>
      <p:sp>
        <p:nvSpPr>
          <p:cNvPr id="3" name="Content Placeholder 2"/>
          <p:cNvSpPr>
            <a:spLocks noGrp="1"/>
          </p:cNvSpPr>
          <p:nvPr>
            <p:ph idx="1"/>
          </p:nvPr>
        </p:nvSpPr>
        <p:spPr>
          <a:xfrm>
            <a:off x="3938896" y="1536192"/>
            <a:ext cx="4689563" cy="4042283"/>
          </a:xfrm>
        </p:spPr>
        <p:txBody>
          <a:bodyPr anchor="t">
            <a:normAutofit/>
          </a:bodyPr>
          <a:lstStyle/>
          <a:p>
            <a:pPr fontAlgn="base"/>
            <a:r>
              <a:rPr lang="id-ID" sz="1600">
                <a:solidFill>
                  <a:schemeClr val="tx1"/>
                </a:solidFill>
              </a:rPr>
              <a:t>Baca Jurnal yang telah anda pilih minggu lalu dan buat ringkasan max 1 halaman, margin kiri atas kanan bawah adalah 4 4 3 3 (dalam cm), spasi 1.5 font 12 Times New Roman. Tugas dikumpulkan pada minggu depan.</a:t>
            </a:r>
          </a:p>
          <a:p>
            <a:pPr fontAlgn="base">
              <a:buNone/>
            </a:pPr>
            <a:endParaRPr lang="id-ID" sz="160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1">
                <a:tint val="97000"/>
                <a:hueMod val="92000"/>
                <a:satMod val="169000"/>
                <a:lumMod val="164000"/>
              </a:schemeClr>
            </a:gs>
            <a:gs pos="100000">
              <a:schemeClr val="bg1">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1298746-45D4-45BA-B467-3785366EE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6C0FD71-173E-4AC1-A9F7-7A34DE0C2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490097" cy="6858000"/>
          </a:xfrm>
          <a:prstGeom prst="rect">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a:effectLst>
            <a:innerShdw blurRad="57150" dist="38100">
              <a:prstClr val="black">
                <a:alpha val="70000"/>
              </a:prstClr>
            </a:innerShdw>
          </a:effectLst>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8338" y="1536192"/>
            <a:ext cx="2739199" cy="4042283"/>
          </a:xfrm>
        </p:spPr>
        <p:txBody>
          <a:bodyPr anchor="t">
            <a:normAutofit/>
          </a:bodyPr>
          <a:lstStyle/>
          <a:p>
            <a:r>
              <a:rPr lang="id-ID" sz="2800">
                <a:solidFill>
                  <a:srgbClr val="FFFFFF"/>
                </a:solidFill>
              </a:rPr>
              <a:t>Tugas</a:t>
            </a:r>
          </a:p>
        </p:txBody>
      </p:sp>
      <p:sp>
        <p:nvSpPr>
          <p:cNvPr id="3" name="Content Placeholder 2"/>
          <p:cNvSpPr>
            <a:spLocks noGrp="1"/>
          </p:cNvSpPr>
          <p:nvPr>
            <p:ph idx="1"/>
          </p:nvPr>
        </p:nvSpPr>
        <p:spPr>
          <a:xfrm>
            <a:off x="3938896" y="1536192"/>
            <a:ext cx="4689563" cy="4042283"/>
          </a:xfrm>
        </p:spPr>
        <p:txBody>
          <a:bodyPr anchor="t">
            <a:normAutofit/>
          </a:bodyPr>
          <a:lstStyle/>
          <a:p>
            <a:pPr fontAlgn="base"/>
            <a:r>
              <a:rPr lang="id-ID" sz="1600" dirty="0">
                <a:solidFill>
                  <a:schemeClr val="tx1"/>
                </a:solidFill>
              </a:rPr>
              <a:t>Kumpulkan Judul Tugas Akhir pada minggu depan. Judul dapat merupakan usulan anda sendiri, atau memilih dari usulan dosen, proses pendaftaran judul dari dosen dapat dilakukan di link : </a:t>
            </a:r>
          </a:p>
          <a:p>
            <a:pPr fontAlgn="base">
              <a:buNone/>
            </a:pPr>
            <a:r>
              <a:rPr lang="id-ID" sz="1600" dirty="0">
                <a:solidFill>
                  <a:schemeClr val="tx1"/>
                </a:solidFill>
              </a:rPr>
              <a:t>	</a:t>
            </a:r>
            <a:r>
              <a:rPr lang="id-ID" sz="1600" dirty="0">
                <a:solidFill>
                  <a:schemeClr val="tx1"/>
                </a:solidFill>
                <a:hlinkClick r:id="rId2">
                  <a:extLst>
                    <a:ext uri="{A12FA001-AC4F-418D-AE19-62706E023703}">
                      <ahyp:hlinkClr xmlns:ahyp="http://schemas.microsoft.com/office/drawing/2018/hyperlinkcolor" val="tx"/>
                    </a:ext>
                  </a:extLst>
                </a:hlinkClick>
              </a:rPr>
              <a:t>http://if.ubaya.ac.id/judulmetpen</a:t>
            </a:r>
            <a:endParaRPr lang="id-ID" sz="1600" dirty="0">
              <a:solidFill>
                <a:schemeClr val="tx1"/>
              </a:solidFill>
            </a:endParaRPr>
          </a:p>
          <a:p>
            <a:pPr fontAlgn="base">
              <a:buNone/>
            </a:pPr>
            <a:r>
              <a:rPr lang="id-ID" sz="1600" dirty="0">
                <a:solidFill>
                  <a:schemeClr val="tx1"/>
                </a:solidFill>
              </a:rPr>
              <a:t>	Login memakai login gooaya. </a:t>
            </a:r>
          </a:p>
          <a:p>
            <a:pPr fontAlgn="base">
              <a:buNone/>
            </a:pPr>
            <a:r>
              <a:rPr lang="id-ID" sz="1600" dirty="0">
                <a:solidFill>
                  <a:schemeClr val="tx1"/>
                </a:solidFill>
              </a:rPr>
              <a:t>	Setelah mendaftar tunggulah tanggapan dari dosen yang empunya judul tersebut. Anda dapat diterima atau ditolak, alasan penolakan di antaranya mungkin adalah adanya mahasiswa lain yang juga berminat terhadap judul tersebut dan telah diterima.</a:t>
            </a:r>
          </a:p>
          <a:p>
            <a:pPr fontAlgn="base">
              <a:buNone/>
            </a:pPr>
            <a:endParaRPr lang="id-ID" sz="1600" dirty="0">
              <a:solidFill>
                <a:schemeClr val="tx1"/>
              </a:solidFill>
            </a:endParaRPr>
          </a:p>
        </p:txBody>
      </p:sp>
    </p:spTree>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3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2700"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otalTime>2</TotalTime>
  <Words>503</Words>
  <Application>Microsoft Office PowerPoint</Application>
  <PresentationFormat>On-screen Show (4:3)</PresentationFormat>
  <Paragraphs>71</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Century Gothic</vt:lpstr>
      <vt:lpstr>Wingdings 3</vt:lpstr>
      <vt:lpstr>Slice</vt:lpstr>
      <vt:lpstr>Research Proposal</vt:lpstr>
      <vt:lpstr>Research Proposal</vt:lpstr>
      <vt:lpstr>Content</vt:lpstr>
      <vt:lpstr>Judul</vt:lpstr>
      <vt:lpstr>Latar Belakang</vt:lpstr>
      <vt:lpstr>Rumusan Masalah</vt:lpstr>
      <vt:lpstr>Tujuan</vt:lpstr>
      <vt:lpstr>Manfaat</vt:lpstr>
      <vt:lpstr>Ruang Lingkup</vt:lpstr>
      <vt:lpstr>Metodologi Penelitian</vt:lpstr>
      <vt:lpstr>Gambaran Sistem</vt:lpstr>
      <vt:lpstr>Jadwal Pelaksanaan dan Budget</vt:lpstr>
      <vt:lpstr>Proposal yang baik</vt:lpstr>
      <vt:lpstr>Tugas</vt:lpstr>
      <vt:lpstr>Tugas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Proposal</dc:title>
  <dc:creator>Melissa Angga  S.T.  M.M.Comp.</dc:creator>
  <cp:lastModifiedBy>Melissa Angga  S.T.  M.M.Comp.</cp:lastModifiedBy>
  <cp:revision>1</cp:revision>
  <dcterms:created xsi:type="dcterms:W3CDTF">2019-02-17T13:12:30Z</dcterms:created>
  <dcterms:modified xsi:type="dcterms:W3CDTF">2019-02-17T13:15:21Z</dcterms:modified>
</cp:coreProperties>
</file>