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4.xml" ContentType="application/vnd.openxmlformats-officedocument.them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</p:sldMasterIdLst>
  <p:notesMasterIdLst>
    <p:notesMasterId r:id="rId24"/>
  </p:notesMasterIdLst>
  <p:sldIdLst>
    <p:sldId id="256" r:id="rId4"/>
    <p:sldId id="298" r:id="rId5"/>
    <p:sldId id="307" r:id="rId6"/>
    <p:sldId id="308" r:id="rId7"/>
    <p:sldId id="299" r:id="rId8"/>
    <p:sldId id="300" r:id="rId9"/>
    <p:sldId id="301" r:id="rId10"/>
    <p:sldId id="302" r:id="rId11"/>
    <p:sldId id="303" r:id="rId12"/>
    <p:sldId id="304" r:id="rId13"/>
    <p:sldId id="305" r:id="rId14"/>
    <p:sldId id="306" r:id="rId15"/>
    <p:sldId id="309" r:id="rId16"/>
    <p:sldId id="310" r:id="rId17"/>
    <p:sldId id="311" r:id="rId18"/>
    <p:sldId id="312" r:id="rId19"/>
    <p:sldId id="313" r:id="rId20"/>
    <p:sldId id="314" r:id="rId21"/>
    <p:sldId id="315" r:id="rId22"/>
    <p:sldId id="316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000" autoAdjust="0"/>
    <p:restoredTop sz="94660" autoAdjust="0"/>
  </p:normalViewPr>
  <p:slideViewPr>
    <p:cSldViewPr snapToGrid="0">
      <p:cViewPr varScale="1">
        <p:scale>
          <a:sx n="34" d="100"/>
          <a:sy n="34" d="100"/>
        </p:scale>
        <p:origin x="-78" y="-4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04"/>
    </p:cViewPr>
  </p:outlin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973AA2-FC3D-46DA-B852-76920C7AAC81}" type="datetimeFigureOut">
              <a:rPr lang="id-ID" smtClean="0"/>
              <a:pPr/>
              <a:t>11/04/2018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C4396C-A776-407A-A636-0A0A738F91F8}" type="slidenum">
              <a:rPr lang="id-ID" smtClean="0"/>
              <a:pPr/>
              <a:t>‹#›</a:t>
            </a:fld>
            <a:endParaRPr 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4/11/2018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45966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4/11/2018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48826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4/11/2018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59353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4/11/2018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3945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4/11/2018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91248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4/11/2018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42810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4/11/2018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41227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4/11/2018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28939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4/11/2018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58901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4/11/2018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70737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4/11/2018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11727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45966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488267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593534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39452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912482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428109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9412273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289392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589017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707372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11727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459668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488267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593534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394525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912482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4281091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9412273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289392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5890179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7073720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1172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744E1C-4540-48D2-AC33-2EEA67550097}" type="datetimeFigureOut">
              <a:rPr lang="en-US" smtClean="0"/>
              <a:pPr/>
              <a:t>4/11/2018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67256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67256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4/11/2018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67256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80766" y="2750256"/>
            <a:ext cx="67344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800" b="1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Sistem Penilaian NAS</a:t>
            </a:r>
            <a:endParaRPr lang="en-US" sz="4800" b="1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0766" y="3945925"/>
            <a:ext cx="4417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 smtClean="0">
                <a:solidFill>
                  <a:schemeClr val="bg1"/>
                </a:solidFill>
              </a:rPr>
              <a:t>Teknik Informatika Ubaya, 2018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222568" y="420450"/>
            <a:ext cx="1468188" cy="159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74264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id-ID" dirty="0" smtClean="0"/>
              <a:t>Komponen Penilaian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d-ID" dirty="0" smtClean="0"/>
              <a:t>Komponen penilaian UAS :</a:t>
            </a:r>
          </a:p>
          <a:p>
            <a:pPr>
              <a:buFontTx/>
              <a:buChar char="-"/>
            </a:pPr>
            <a:r>
              <a:rPr lang="id-ID" dirty="0" smtClean="0"/>
              <a:t>35% tugas mingguan</a:t>
            </a:r>
          </a:p>
          <a:p>
            <a:pPr>
              <a:buFontTx/>
              <a:buChar char="-"/>
            </a:pPr>
            <a:r>
              <a:rPr lang="id-ID" dirty="0" smtClean="0"/>
              <a:t>65% laporan bab 1-3 dan presentasi sidang Metpen (tata tulis, kesesuaian dan kelengkapan isi laporan, penampilan, tata bahasa dan cara menyajikan presentasi)</a:t>
            </a:r>
          </a:p>
          <a:p>
            <a:pPr>
              <a:buNone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xmlns="" val="3639656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id-ID" dirty="0" smtClean="0"/>
              <a:t>Highlight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id-ID" dirty="0" smtClean="0"/>
              <a:t>Minggu 8 – 12 </a:t>
            </a:r>
          </a:p>
          <a:p>
            <a:pPr>
              <a:buNone/>
            </a:pPr>
            <a:r>
              <a:rPr lang="id-ID" dirty="0" smtClean="0"/>
              <a:t>	Diskusi Kelompok untuk nilai tugas mingguan</a:t>
            </a:r>
          </a:p>
          <a:p>
            <a:pPr>
              <a:buNone/>
            </a:pPr>
            <a:r>
              <a:rPr lang="id-ID" dirty="0" smtClean="0"/>
              <a:t>Minggu 11</a:t>
            </a:r>
          </a:p>
          <a:p>
            <a:pPr>
              <a:buNone/>
            </a:pPr>
            <a:r>
              <a:rPr lang="id-ID" dirty="0" smtClean="0"/>
              <a:t>	Mengumpulkan bab 2 (harus sudah ada tanda tangan bimbingan bab 2 dengan 2 pembimbing)</a:t>
            </a:r>
          </a:p>
          <a:p>
            <a:pPr>
              <a:buNone/>
            </a:pPr>
            <a:r>
              <a:rPr lang="id-ID" dirty="0" smtClean="0"/>
              <a:t>	Mendaftar sidang Metpen secara online (tidak mendaftar berarti tidak mengikuti sidang)</a:t>
            </a:r>
          </a:p>
          <a:p>
            <a:pPr>
              <a:buNone/>
            </a:pPr>
            <a:r>
              <a:rPr lang="id-ID" dirty="0" smtClean="0"/>
              <a:t>Minggu 13</a:t>
            </a:r>
          </a:p>
          <a:p>
            <a:pPr>
              <a:buNone/>
            </a:pPr>
            <a:r>
              <a:rPr lang="id-ID" dirty="0" smtClean="0"/>
              <a:t>	Mengumpulkan bab 3 (harus sudah ada tanda tangan bimbingan bab 3 dengan 2 pembimbing)</a:t>
            </a:r>
          </a:p>
          <a:p>
            <a:pPr>
              <a:buNone/>
            </a:pPr>
            <a:endParaRPr lang="id-ID" dirty="0" smtClean="0"/>
          </a:p>
          <a:p>
            <a:pPr>
              <a:buNone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xmlns="" val="3639656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id-ID" dirty="0" smtClean="0"/>
              <a:t>Highlight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d-ID" dirty="0" smtClean="0"/>
              <a:t>Minggu 14 </a:t>
            </a:r>
          </a:p>
          <a:p>
            <a:pPr>
              <a:buNone/>
            </a:pPr>
            <a:r>
              <a:rPr lang="id-ID" dirty="0" smtClean="0"/>
              <a:t>	Mengumpulkan bab 1 – 3 final dilengkapi copy proposal dan copy bukti bimbingan dengan 2 pembimbing</a:t>
            </a:r>
          </a:p>
          <a:p>
            <a:pPr>
              <a:buNone/>
            </a:pPr>
            <a:r>
              <a:rPr lang="id-ID" dirty="0" smtClean="0"/>
              <a:t>	(Tidak mengumpulkan dengan lengkap berarti tidak mengikuti sidang)</a:t>
            </a:r>
          </a:p>
          <a:p>
            <a:pPr>
              <a:buNone/>
            </a:pPr>
            <a:r>
              <a:rPr lang="id-ID" dirty="0" smtClean="0"/>
              <a:t>Hari Tenang</a:t>
            </a:r>
          </a:p>
          <a:p>
            <a:pPr>
              <a:buNone/>
            </a:pPr>
            <a:r>
              <a:rPr lang="id-ID" dirty="0" smtClean="0"/>
              <a:t>	Sidang Metpen</a:t>
            </a:r>
          </a:p>
          <a:p>
            <a:pPr>
              <a:buNone/>
            </a:pPr>
            <a:endParaRPr lang="id-ID" dirty="0" smtClean="0"/>
          </a:p>
          <a:p>
            <a:pPr>
              <a:buNone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xmlns="" val="3639656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80766" y="2750256"/>
            <a:ext cx="67344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800" b="1" dirty="0" smtClean="0">
                <a:solidFill>
                  <a:prstClr val="white"/>
                </a:solidFill>
                <a:latin typeface="Helvetica" charset="0"/>
                <a:ea typeface="Helvetica" charset="0"/>
                <a:cs typeface="Helvetica" charset="0"/>
              </a:rPr>
              <a:t>Laporan Tugas Akhir</a:t>
            </a:r>
            <a:endParaRPr lang="en-US" sz="4800" b="1" dirty="0">
              <a:solidFill>
                <a:prstClr val="white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0766" y="3945925"/>
            <a:ext cx="4417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 smtClean="0">
                <a:solidFill>
                  <a:prstClr val="white"/>
                </a:solidFill>
              </a:rPr>
              <a:t>Teknik Informatika Ubaya, 2018</a:t>
            </a: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222568" y="420450"/>
            <a:ext cx="1468188" cy="159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74264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id-ID" dirty="0" smtClean="0"/>
              <a:t>Bab 1 – Pendahuluan 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r>
              <a:rPr lang="id-ID" dirty="0" smtClean="0"/>
              <a:t>Mengapa penelitian ini dilakukan</a:t>
            </a:r>
          </a:p>
          <a:p>
            <a:r>
              <a:rPr lang="id-ID" dirty="0" smtClean="0"/>
              <a:t>Research Question</a:t>
            </a:r>
          </a:p>
          <a:p>
            <a:r>
              <a:rPr lang="id-ID" dirty="0" smtClean="0"/>
              <a:t>Rencana dan batasan</a:t>
            </a:r>
          </a:p>
          <a:p>
            <a:r>
              <a:rPr lang="id-ID" dirty="0" smtClean="0"/>
              <a:t>Semua yang ada di proposal, kecuali gambaran sistem</a:t>
            </a:r>
          </a:p>
          <a:p>
            <a:pPr>
              <a:buNone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xmlns="" val="3639656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>
            <a:normAutofit fontScale="90000"/>
          </a:bodyPr>
          <a:lstStyle/>
          <a:p>
            <a:r>
              <a:rPr lang="id-ID" dirty="0" smtClean="0"/>
              <a:t>Bab 2 – </a:t>
            </a:r>
            <a:r>
              <a:rPr lang="en-US" dirty="0" err="1" smtClean="0"/>
              <a:t>Dasar</a:t>
            </a:r>
            <a:r>
              <a:rPr lang="en-US" dirty="0" smtClean="0"/>
              <a:t> </a:t>
            </a:r>
            <a:r>
              <a:rPr lang="en-US" dirty="0" err="1" smtClean="0"/>
              <a:t>Teori</a:t>
            </a:r>
            <a:r>
              <a:rPr lang="en-US" dirty="0" smtClean="0"/>
              <a:t> / </a:t>
            </a:r>
            <a:r>
              <a:rPr lang="id-ID" dirty="0" smtClean="0"/>
              <a:t>Landasan Teori</a:t>
            </a:r>
            <a:r>
              <a:rPr lang="en-US" dirty="0" smtClean="0"/>
              <a:t> / </a:t>
            </a:r>
            <a:r>
              <a:rPr lang="en-US" dirty="0" err="1" smtClean="0"/>
              <a:t>Tinjauan</a:t>
            </a:r>
            <a:r>
              <a:rPr lang="en-US" dirty="0" smtClean="0"/>
              <a:t> </a:t>
            </a:r>
            <a:r>
              <a:rPr lang="en-US" dirty="0" err="1" smtClean="0"/>
              <a:t>Pustaka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r>
              <a:rPr lang="id-ID" dirty="0" smtClean="0"/>
              <a:t>Seluruh teori yang baru dipelajari dan /atau dipakai sebagai acuan dalam pembuatan Tugas Akhir</a:t>
            </a:r>
          </a:p>
          <a:p>
            <a:pPr>
              <a:buNone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xmlns="" val="3639656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id-ID" dirty="0" smtClean="0"/>
              <a:t>Bab 3 – Analisa 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r>
              <a:rPr lang="id-ID" dirty="0" smtClean="0"/>
              <a:t>Agar dapat merancang solusi yang sesuai, dilakukan analisa</a:t>
            </a:r>
          </a:p>
          <a:p>
            <a:r>
              <a:rPr lang="id-ID" dirty="0" smtClean="0"/>
              <a:t>Menentukan bagaimana solusi akan dibuat</a:t>
            </a:r>
          </a:p>
          <a:p>
            <a:pPr>
              <a:buNone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xmlns="" val="3639656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id-ID" dirty="0" smtClean="0"/>
              <a:t>Bab 4 – Desain 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r>
              <a:rPr lang="id-ID" dirty="0" smtClean="0"/>
              <a:t>Perancangan solusi sesuai hasil analisa, dan pembahasan latar belakang dari rancangan tersebut (</a:t>
            </a:r>
            <a:r>
              <a:rPr lang="id-ID" b="1" dirty="0" smtClean="0"/>
              <a:t>mengapa</a:t>
            </a:r>
            <a:r>
              <a:rPr lang="id-ID" dirty="0" smtClean="0"/>
              <a:t>)</a:t>
            </a:r>
          </a:p>
          <a:p>
            <a:pPr>
              <a:buNone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xmlns="" val="3639656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id-ID" dirty="0" smtClean="0"/>
              <a:t>Bab 5 – Implementasi 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r>
              <a:rPr lang="id-ID" dirty="0" smtClean="0"/>
              <a:t>Menceritakan </a:t>
            </a:r>
            <a:r>
              <a:rPr lang="id-ID" b="1" dirty="0" smtClean="0"/>
              <a:t>bagaimana</a:t>
            </a:r>
            <a:r>
              <a:rPr lang="id-ID" dirty="0" smtClean="0"/>
              <a:t> caranya untuk mewujudkan desain menjadi solusi secara teknis.</a:t>
            </a:r>
          </a:p>
          <a:p>
            <a:pPr>
              <a:buNone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xmlns="" val="3639656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id-ID" dirty="0" smtClean="0"/>
              <a:t>Bab 6 – Uji Coba dan Evaluasi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r>
              <a:rPr lang="id-ID" dirty="0" smtClean="0"/>
              <a:t>Setelah solusi dihasilkan, dilakukan pemeriksaan apakah solusi tersebut sudah menjawab research question</a:t>
            </a:r>
          </a:p>
          <a:p>
            <a:pPr>
              <a:buNone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xmlns="" val="3639656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>
            <a:normAutofit/>
          </a:bodyPr>
          <a:lstStyle/>
          <a:p>
            <a:r>
              <a:rPr lang="id-ID" dirty="0" smtClean="0"/>
              <a:t>Bab 7 – Kesimpulan dan Saran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r>
              <a:rPr lang="id-ID" dirty="0" smtClean="0"/>
              <a:t>Kesimpulan dari seluruh proses penelitian serta saran untuk pengembangan penelitian lebih lanjut</a:t>
            </a:r>
          </a:p>
        </p:txBody>
      </p:sp>
    </p:spTree>
    <p:extLst>
      <p:ext uri="{BB962C8B-B14F-4D97-AF65-F5344CB8AC3E}">
        <p14:creationId xmlns:p14="http://schemas.microsoft.com/office/powerpoint/2010/main" xmlns="" val="3639656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80766" y="2750256"/>
            <a:ext cx="67344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800" b="1" dirty="0" smtClean="0">
                <a:solidFill>
                  <a:prstClr val="white"/>
                </a:solidFill>
                <a:latin typeface="Helvetica" charset="0"/>
                <a:ea typeface="Helvetica" charset="0"/>
                <a:cs typeface="Helvetica" charset="0"/>
              </a:rPr>
              <a:t>Bab 2</a:t>
            </a:r>
            <a:endParaRPr lang="en-US" sz="4800" b="1" dirty="0">
              <a:solidFill>
                <a:prstClr val="white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0766" y="3945925"/>
            <a:ext cx="4417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 smtClean="0">
                <a:solidFill>
                  <a:prstClr val="white"/>
                </a:solidFill>
              </a:rPr>
              <a:t>Teknik Informatika Ubaya, 2018</a:t>
            </a: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222568" y="420450"/>
            <a:ext cx="1468188" cy="159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742648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id-ID" dirty="0" smtClean="0"/>
              <a:t>Dasar Teori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r>
              <a:rPr lang="id-ID" dirty="0" smtClean="0"/>
              <a:t>Teori yang dipakai dalam pembuatan tugas akhir</a:t>
            </a:r>
          </a:p>
          <a:p>
            <a:r>
              <a:rPr lang="id-ID" dirty="0" smtClean="0"/>
              <a:t>Tidak termasuk teori yang dianggap dasar</a:t>
            </a:r>
          </a:p>
          <a:p>
            <a:r>
              <a:rPr lang="id-ID" dirty="0" smtClean="0"/>
              <a:t>Biasanya teori yang diajarkan di mata kuliah wajib dianggap teori dasar, kecuali beberapa teori yang telah diijinkan oleh jurusan untuk dimasukkan</a:t>
            </a:r>
          </a:p>
          <a:p>
            <a:pPr>
              <a:buNone/>
            </a:pPr>
            <a:r>
              <a:rPr lang="id-ID" dirty="0" smtClean="0"/>
              <a:t>	(cek lampiran)</a:t>
            </a:r>
          </a:p>
          <a:p>
            <a:pPr>
              <a:buNone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xmlns="" val="3639656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id-ID" dirty="0" smtClean="0"/>
              <a:t>Dasar Teori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d-ID" dirty="0" smtClean="0"/>
              <a:t>Diskusikan apakah teori berikut dasar atau advance :</a:t>
            </a:r>
          </a:p>
          <a:p>
            <a:r>
              <a:rPr lang="id-ID" dirty="0" smtClean="0"/>
              <a:t>Flowchart</a:t>
            </a:r>
          </a:p>
          <a:p>
            <a:r>
              <a:rPr lang="id-ID" dirty="0" smtClean="0"/>
              <a:t>ER Diagram</a:t>
            </a:r>
          </a:p>
          <a:p>
            <a:r>
              <a:rPr lang="id-ID" dirty="0" smtClean="0"/>
              <a:t>BPMN</a:t>
            </a:r>
          </a:p>
          <a:p>
            <a:r>
              <a:rPr lang="id-ID" dirty="0" smtClean="0"/>
              <a:t>HTML</a:t>
            </a:r>
          </a:p>
          <a:p>
            <a:r>
              <a:rPr lang="id-ID" dirty="0" smtClean="0"/>
              <a:t>PHP</a:t>
            </a:r>
          </a:p>
          <a:p>
            <a:r>
              <a:rPr lang="id-ID" dirty="0" smtClean="0"/>
              <a:t>Java Script</a:t>
            </a:r>
          </a:p>
          <a:p>
            <a:r>
              <a:rPr lang="id-ID" dirty="0" smtClean="0"/>
              <a:t>Teori Warna</a:t>
            </a:r>
          </a:p>
          <a:p>
            <a:pPr>
              <a:buNone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xmlns="" val="36396565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id-ID" dirty="0" smtClean="0"/>
              <a:t>Dasar Teori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d-ID" dirty="0" smtClean="0"/>
              <a:t>Diskusikan apakah teori berikut dasar atau advance :</a:t>
            </a:r>
          </a:p>
          <a:p>
            <a:r>
              <a:rPr lang="id-ID" dirty="0" smtClean="0"/>
              <a:t>SWOT</a:t>
            </a:r>
          </a:p>
          <a:p>
            <a:r>
              <a:rPr lang="id-ID" dirty="0" smtClean="0"/>
              <a:t>Teori Metpen</a:t>
            </a:r>
          </a:p>
          <a:p>
            <a:r>
              <a:rPr lang="id-ID" dirty="0" smtClean="0"/>
              <a:t>Jaringan Syaraf Tiruan</a:t>
            </a:r>
          </a:p>
          <a:p>
            <a:r>
              <a:rPr lang="id-ID" dirty="0" smtClean="0"/>
              <a:t>RSA</a:t>
            </a:r>
          </a:p>
          <a:p>
            <a:r>
              <a:rPr lang="id-ID" dirty="0" smtClean="0"/>
              <a:t>Android Studio</a:t>
            </a:r>
          </a:p>
          <a:p>
            <a:r>
              <a:rPr lang="id-ID" dirty="0" smtClean="0"/>
              <a:t>Desain Web</a:t>
            </a:r>
          </a:p>
          <a:p>
            <a:r>
              <a:rPr lang="id-ID" dirty="0" smtClean="0"/>
              <a:t>Usability</a:t>
            </a:r>
          </a:p>
          <a:p>
            <a:endParaRPr lang="id-ID" dirty="0" smtClean="0"/>
          </a:p>
          <a:p>
            <a:pPr>
              <a:buNone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xmlns="" val="36396565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id-ID" dirty="0" smtClean="0"/>
              <a:t>Dasar Teori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d-ID" dirty="0" smtClean="0"/>
              <a:t>Diskusikan apakah teori berikut dasar atau advance :</a:t>
            </a:r>
          </a:p>
          <a:p>
            <a:r>
              <a:rPr lang="id-ID" dirty="0" smtClean="0"/>
              <a:t>Layout</a:t>
            </a:r>
          </a:p>
          <a:p>
            <a:r>
              <a:rPr lang="id-ID" dirty="0" smtClean="0"/>
              <a:t>Typography</a:t>
            </a:r>
          </a:p>
          <a:p>
            <a:r>
              <a:rPr lang="id-ID" dirty="0" smtClean="0"/>
              <a:t>Teknik Fotografi</a:t>
            </a:r>
          </a:p>
          <a:p>
            <a:r>
              <a:rPr lang="id-ID" dirty="0" smtClean="0"/>
              <a:t>Branding</a:t>
            </a:r>
          </a:p>
          <a:p>
            <a:r>
              <a:rPr lang="id-ID" dirty="0" smtClean="0"/>
              <a:t>Matematika</a:t>
            </a:r>
          </a:p>
          <a:p>
            <a:r>
              <a:rPr lang="id-ID" dirty="0" smtClean="0"/>
              <a:t>Fisika</a:t>
            </a:r>
          </a:p>
          <a:p>
            <a:r>
              <a:rPr lang="id-ID" dirty="0" smtClean="0"/>
              <a:t>E Commerce</a:t>
            </a:r>
          </a:p>
          <a:p>
            <a:endParaRPr lang="id-ID" dirty="0" smtClean="0"/>
          </a:p>
          <a:p>
            <a:pPr>
              <a:buNone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xmlns="" val="36396565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id-ID" dirty="0" smtClean="0"/>
              <a:t>Tinjauan Pustaka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r>
              <a:rPr lang="id-ID" dirty="0" smtClean="0"/>
              <a:t>Penelitian lain yang turut memberi sumbangsih pemikiran dan mempengaruhi tugas akhir ini</a:t>
            </a:r>
          </a:p>
          <a:p>
            <a:r>
              <a:rPr lang="id-ID" dirty="0" smtClean="0"/>
              <a:t>Penelitian lain tersebut dapat berhasil ataupun gagal</a:t>
            </a:r>
          </a:p>
          <a:p>
            <a:r>
              <a:rPr lang="id-ID" dirty="0" smtClean="0"/>
              <a:t>Penelitian lain tersebut dapat dianalisa metodenya ataupun hasilnya.</a:t>
            </a:r>
          </a:p>
          <a:p>
            <a:pPr>
              <a:buNone/>
            </a:pPr>
            <a:endParaRPr lang="id-ID" dirty="0" smtClean="0"/>
          </a:p>
          <a:p>
            <a:pPr>
              <a:buNone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xmlns="" val="36396565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id-ID" dirty="0" smtClean="0"/>
              <a:t>Tinjauan Pustaka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r>
              <a:rPr lang="id-ID" dirty="0" smtClean="0"/>
              <a:t>Penelitian lain tersebut dapat menjadi dasar misalnya karena penelitian yang akan dibuat merupakan kelanjutan satu atau lebih penelitian lain</a:t>
            </a:r>
          </a:p>
          <a:p>
            <a:r>
              <a:rPr lang="id-ID" dirty="0" smtClean="0"/>
              <a:t>Penelitian lain dapat menjadi dasar misalnya karena berbagai metode yang telah dipelajari dan diterapkan yang dapat membantu dalam pemilihan metode pada penelitian yang akan dibuat</a:t>
            </a:r>
          </a:p>
          <a:p>
            <a:pPr>
              <a:buNone/>
            </a:pPr>
            <a:endParaRPr lang="id-ID" dirty="0" smtClean="0"/>
          </a:p>
          <a:p>
            <a:pPr>
              <a:buNone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xmlns="" val="36396565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id-ID" dirty="0" smtClean="0"/>
              <a:t>Diskusi Kelompok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r>
              <a:rPr lang="id-ID" dirty="0" smtClean="0"/>
              <a:t>Carilah orang yang memiliki topik TA dalam rumpun yang sama, misalnya Game, Sistem Informasi Akuntansi, E Commerce dsb. </a:t>
            </a:r>
          </a:p>
          <a:p>
            <a:r>
              <a:rPr lang="id-ID" dirty="0" smtClean="0"/>
              <a:t>Bergabunglah dalam kelompok maksimal 3 orang </a:t>
            </a:r>
          </a:p>
          <a:p>
            <a:r>
              <a:rPr lang="id-ID" dirty="0" smtClean="0"/>
              <a:t>Buatlah perkiraan sub bab yang sesuai untuk bab 2.</a:t>
            </a:r>
          </a:p>
          <a:p>
            <a:r>
              <a:rPr lang="id-ID" dirty="0" smtClean="0"/>
              <a:t>Berikan sedikit penjelasan tentang isi dari setiap sub bab tersebut.</a:t>
            </a:r>
          </a:p>
          <a:p>
            <a:pPr>
              <a:buNone/>
            </a:pPr>
            <a:endParaRPr lang="id-ID" dirty="0" smtClean="0"/>
          </a:p>
          <a:p>
            <a:pPr>
              <a:buNone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xmlns="" val="3639656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7599</TotalTime>
  <Words>433</Words>
  <Application>Microsoft Office PowerPoint</Application>
  <PresentationFormat>On-screen Show (4:3)</PresentationFormat>
  <Paragraphs>86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Office Theme</vt:lpstr>
      <vt:lpstr>1_Office Theme</vt:lpstr>
      <vt:lpstr>2_Office Theme</vt:lpstr>
      <vt:lpstr>Slide 1</vt:lpstr>
      <vt:lpstr>Komponen Penilaian</vt:lpstr>
      <vt:lpstr>Highlight</vt:lpstr>
      <vt:lpstr>Highlight</vt:lpstr>
      <vt:lpstr>Slide 5</vt:lpstr>
      <vt:lpstr>Bab 1 – Pendahuluan </vt:lpstr>
      <vt:lpstr>Bab 2 – Dasar Teori / Landasan Teori / Tinjauan Pustaka</vt:lpstr>
      <vt:lpstr>Bab 3 – Analisa </vt:lpstr>
      <vt:lpstr>Bab 4 – Desain </vt:lpstr>
      <vt:lpstr>Bab 5 – Implementasi </vt:lpstr>
      <vt:lpstr>Bab 6 – Uji Coba dan Evaluasi</vt:lpstr>
      <vt:lpstr>Bab 7 – Kesimpulan dan Saran</vt:lpstr>
      <vt:lpstr>Slide 13</vt:lpstr>
      <vt:lpstr>Dasar Teori</vt:lpstr>
      <vt:lpstr>Dasar Teori</vt:lpstr>
      <vt:lpstr>Dasar Teori</vt:lpstr>
      <vt:lpstr>Dasar Teori</vt:lpstr>
      <vt:lpstr>Tinjauan Pustaka</vt:lpstr>
      <vt:lpstr>Tinjauan Pustaka</vt:lpstr>
      <vt:lpstr>Diskusi Kelompok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lenovo2</cp:lastModifiedBy>
  <cp:revision>23</cp:revision>
  <dcterms:created xsi:type="dcterms:W3CDTF">2017-12-08T09:42:55Z</dcterms:created>
  <dcterms:modified xsi:type="dcterms:W3CDTF">2018-04-11T00:51:12Z</dcterms:modified>
</cp:coreProperties>
</file>