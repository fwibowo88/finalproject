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20"/>
  </p:notesMasterIdLst>
  <p:sldIdLst>
    <p:sldId id="309" r:id="rId3"/>
    <p:sldId id="310" r:id="rId4"/>
    <p:sldId id="342" r:id="rId5"/>
    <p:sldId id="343" r:id="rId6"/>
    <p:sldId id="345" r:id="rId7"/>
    <p:sldId id="363" r:id="rId8"/>
    <p:sldId id="364" r:id="rId9"/>
    <p:sldId id="365" r:id="rId10"/>
    <p:sldId id="362" r:id="rId11"/>
    <p:sldId id="361" r:id="rId12"/>
    <p:sldId id="344" r:id="rId13"/>
    <p:sldId id="366" r:id="rId14"/>
    <p:sldId id="367" r:id="rId15"/>
    <p:sldId id="348" r:id="rId16"/>
    <p:sldId id="356" r:id="rId17"/>
    <p:sldId id="368" r:id="rId18"/>
    <p:sldId id="36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-95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73AA2-FC3D-46DA-B852-76920C7AAC81}" type="datetimeFigureOut">
              <a:rPr lang="id-ID" smtClean="0"/>
              <a:pPr/>
              <a:t>30/04/2018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396C-A776-407A-A636-0A0A738F91F8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459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4882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935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9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12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281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122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893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7073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172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596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882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353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94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9124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2810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1227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8939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8901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0737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17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/>
              <a:pPr/>
              <a:t>4/30/2018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4/30/2018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Bab 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5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-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Implementasi</a:t>
            </a:r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426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smtClean="0"/>
              <a:t>PROCESS over RESULT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err="1" smtClean="0"/>
              <a:t>Tetapi</a:t>
            </a:r>
            <a:r>
              <a:rPr lang="en-US" dirty="0" smtClean="0"/>
              <a:t>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implementasinya</a:t>
            </a:r>
            <a:r>
              <a:rPr lang="en-US" dirty="0" smtClean="0"/>
              <a:t>.</a:t>
            </a: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5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dirty="0" err="1" smtClean="0"/>
              <a:t>erat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endParaRPr lang="en-US" dirty="0" smtClean="0"/>
          </a:p>
          <a:p>
            <a:pPr lvl="0"/>
            <a:r>
              <a:rPr lang="en-US" dirty="0" err="1" smtClean="0"/>
              <a:t>Berisi</a:t>
            </a:r>
            <a:r>
              <a:rPr lang="en-US" dirty="0" smtClean="0"/>
              <a:t> </a:t>
            </a:r>
            <a:r>
              <a:rPr lang="en-US" dirty="0" err="1" smtClean="0"/>
              <a:t>bagian-bagian</a:t>
            </a:r>
            <a:r>
              <a:rPr lang="en-US" dirty="0" smtClean="0"/>
              <a:t> yang </a:t>
            </a:r>
            <a:r>
              <a:rPr lang="en-US" dirty="0" err="1" smtClean="0"/>
              <a:t>dirasa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sulit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mengimplementasikan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endParaRPr lang="en-US" dirty="0" smtClean="0"/>
          </a:p>
          <a:p>
            <a:pPr lvl="0"/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berisi</a:t>
            </a:r>
            <a:r>
              <a:rPr lang="en-US" dirty="0" smtClean="0"/>
              <a:t> </a:t>
            </a:r>
            <a:r>
              <a:rPr lang="en-US" dirty="0" err="1" smtClean="0"/>
              <a:t>potongan</a:t>
            </a:r>
            <a:r>
              <a:rPr lang="en-US" dirty="0" smtClean="0"/>
              <a:t> </a:t>
            </a:r>
            <a:r>
              <a:rPr lang="en-US" i="1" dirty="0" smtClean="0"/>
              <a:t>source code</a:t>
            </a:r>
            <a:r>
              <a:rPr lang="en-US" dirty="0" smtClean="0"/>
              <a:t> yang </a:t>
            </a:r>
            <a:r>
              <a:rPr lang="en-US" dirty="0" err="1" smtClean="0"/>
              <a:t>dilengkapi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penjelasan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hal</a:t>
            </a:r>
            <a:r>
              <a:rPr lang="en-US" dirty="0" smtClean="0"/>
              <a:t> yang </a:t>
            </a:r>
            <a:r>
              <a:rPr lang="en-US" dirty="0" err="1" smtClean="0"/>
              <a:t>serupa</a:t>
            </a:r>
            <a:r>
              <a:rPr lang="en-US" dirty="0" smtClean="0"/>
              <a:t> </a:t>
            </a:r>
            <a:r>
              <a:rPr lang="en-US" dirty="0" err="1" smtClean="0"/>
              <a:t>prosesnya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 </a:t>
            </a:r>
            <a:r>
              <a:rPr lang="en-US" dirty="0" err="1" smtClean="0"/>
              <a:t>berulang</a:t>
            </a:r>
            <a:r>
              <a:rPr lang="en-US" dirty="0" smtClean="0"/>
              <a:t> kali. </a:t>
            </a:r>
            <a:r>
              <a:rPr lang="en-US" dirty="0" err="1" smtClean="0"/>
              <a:t>Misal</a:t>
            </a:r>
            <a:r>
              <a:rPr lang="en-US" dirty="0" smtClean="0"/>
              <a:t>: </a:t>
            </a:r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terkait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penyimpanan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 </a:t>
            </a:r>
            <a:r>
              <a:rPr lang="en-US" dirty="0" err="1" smtClean="0"/>
              <a:t>sekali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semua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/ </a:t>
            </a:r>
            <a:r>
              <a:rPr lang="en-US" dirty="0" err="1" smtClean="0"/>
              <a:t>Kegagalan</a:t>
            </a:r>
            <a:r>
              <a:rPr lang="en-US" dirty="0" smtClean="0"/>
              <a:t> 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FAILURE is important, it is the source of pride, it is the proof of work</a:t>
            </a:r>
          </a:p>
          <a:p>
            <a:pPr lvl="0">
              <a:buNone/>
            </a:pPr>
            <a:endParaRPr lang="en-US" dirty="0" smtClean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diperlukan</a:t>
            </a:r>
            <a:r>
              <a:rPr lang="en-US" dirty="0" smtClean="0"/>
              <a:t>, </a:t>
            </a:r>
            <a:r>
              <a:rPr lang="en-US" dirty="0" err="1" smtClean="0"/>
              <a:t>kegagalan-kegagalan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disertakan</a:t>
            </a:r>
            <a:endParaRPr lang="en-US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jadi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  <a:defRPr/>
            </a:pPr>
            <a:endParaRPr lang="id-ID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23623" t="16819" r="21797" b="3718"/>
          <a:stretch>
            <a:fillRect/>
          </a:stretch>
        </p:blipFill>
        <p:spPr bwMode="auto">
          <a:xfrm>
            <a:off x="3140753" y="2673757"/>
            <a:ext cx="5019697" cy="389488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menunjukkan</a:t>
            </a:r>
            <a:r>
              <a:rPr lang="en-US" dirty="0" smtClean="0"/>
              <a:t> source code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memberi</a:t>
            </a:r>
            <a:r>
              <a:rPr lang="en-US" dirty="0" smtClean="0"/>
              <a:t> </a:t>
            </a:r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comment.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  <a:defRPr/>
            </a:pPr>
            <a:endParaRPr lang="id-ID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22329" t="19695" r="19682" b="34400"/>
          <a:stretch>
            <a:fillRect/>
          </a:stretch>
        </p:blipFill>
        <p:spPr bwMode="auto">
          <a:xfrm>
            <a:off x="960691" y="3391232"/>
            <a:ext cx="7545040" cy="318318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smtClean="0"/>
              <a:t>Source code yang </a:t>
            </a:r>
            <a:r>
              <a:rPr lang="en-US" dirty="0" err="1" smtClean="0"/>
              <a:t>mirip</a:t>
            </a:r>
            <a:r>
              <a:rPr lang="en-US" dirty="0" smtClean="0"/>
              <a:t> </a:t>
            </a:r>
            <a:r>
              <a:rPr lang="en-US" dirty="0" err="1" smtClean="0"/>
              <a:t>dimunculkan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 </a:t>
            </a:r>
            <a:r>
              <a:rPr lang="en-US" dirty="0" err="1" smtClean="0"/>
              <a:t>berkali</a:t>
            </a:r>
            <a:r>
              <a:rPr lang="en-US" dirty="0" smtClean="0"/>
              <a:t>-kali.</a:t>
            </a:r>
          </a:p>
          <a:p>
            <a:r>
              <a:rPr lang="en-US" dirty="0" smtClean="0"/>
              <a:t>Source code yang </a:t>
            </a:r>
            <a:r>
              <a:rPr lang="en-US" dirty="0" err="1" smtClean="0"/>
              <a:t>panjang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hal</a:t>
            </a:r>
            <a:r>
              <a:rPr lang="en-US" dirty="0" smtClean="0"/>
              <a:t> yang </a:t>
            </a:r>
            <a:r>
              <a:rPr lang="en-US" dirty="0" err="1" smtClean="0"/>
              <a:t>serupa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dipotong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Source code yang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panjang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dipotong-potong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 per </a:t>
            </a:r>
            <a:r>
              <a:rPr lang="en-US" dirty="0" err="1" smtClean="0"/>
              <a:t>bagian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Method </a:t>
            </a:r>
            <a:r>
              <a:rPr lang="en-US" dirty="0" err="1" smtClean="0"/>
              <a:t>atau</a:t>
            </a:r>
            <a:r>
              <a:rPr lang="en-US" dirty="0" smtClean="0"/>
              <a:t> variable yang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source code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  <a:defRPr/>
            </a:pPr>
            <a:endParaRPr lang="id-ID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Mahasiswa</a:t>
            </a:r>
            <a:r>
              <a:rPr lang="en-US" dirty="0" smtClean="0"/>
              <a:t> Multimedia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lupa</a:t>
            </a:r>
            <a:r>
              <a:rPr lang="en-US" dirty="0" smtClean="0"/>
              <a:t> </a:t>
            </a:r>
            <a:r>
              <a:rPr lang="en-US" dirty="0" err="1" smtClean="0"/>
              <a:t>mendokumentasikan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mereka</a:t>
            </a:r>
            <a:r>
              <a:rPr lang="en-US" dirty="0" smtClean="0"/>
              <a:t> </a:t>
            </a:r>
            <a:r>
              <a:rPr lang="en-US" dirty="0" err="1" smtClean="0"/>
              <a:t>ulang</a:t>
            </a:r>
            <a:r>
              <a:rPr lang="en-US" dirty="0" smtClean="0"/>
              <a:t> </a:t>
            </a:r>
            <a:r>
              <a:rPr lang="en-US" dirty="0" err="1" smtClean="0"/>
              <a:t>seluruh</a:t>
            </a:r>
            <a:r>
              <a:rPr lang="en-US" dirty="0" smtClean="0"/>
              <a:t> </a:t>
            </a:r>
            <a:r>
              <a:rPr lang="en-US" dirty="0" err="1" smtClean="0"/>
              <a:t>kejadian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mendokumentasikannya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Implementasi</a:t>
            </a:r>
            <a:r>
              <a:rPr lang="en-US" dirty="0" smtClean="0"/>
              <a:t> yang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gagal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dituliskan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penulisan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menulis</a:t>
            </a:r>
            <a:r>
              <a:rPr lang="en-US" dirty="0" smtClean="0"/>
              <a:t> tutorial.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  <a:defRPr/>
            </a:pPr>
            <a:endParaRPr lang="id-ID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smtClean="0"/>
              <a:t>Website </a:t>
            </a:r>
            <a:r>
              <a:rPr lang="en-US" dirty="0" smtClean="0"/>
              <a:t>E-</a:t>
            </a:r>
            <a:r>
              <a:rPr lang="en-US" dirty="0" err="1" smtClean="0"/>
              <a:t>Budgetting</a:t>
            </a:r>
            <a:endParaRPr lang="en-US" dirty="0" smtClean="0"/>
          </a:p>
          <a:p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Ojek</a:t>
            </a:r>
            <a:r>
              <a:rPr lang="en-US" dirty="0" smtClean="0"/>
              <a:t> Online</a:t>
            </a:r>
          </a:p>
          <a:p>
            <a:r>
              <a:rPr lang="en-US" dirty="0" smtClean="0"/>
              <a:t>Game </a:t>
            </a:r>
            <a:r>
              <a:rPr lang="en-US" dirty="0" err="1" smtClean="0"/>
              <a:t>Pembelajaran</a:t>
            </a:r>
            <a:r>
              <a:rPr lang="en-US" dirty="0" smtClean="0"/>
              <a:t> </a:t>
            </a:r>
            <a:r>
              <a:rPr lang="en-US" dirty="0" err="1" smtClean="0"/>
              <a:t>Akuntansi</a:t>
            </a:r>
            <a:endParaRPr lang="en-US" dirty="0" smtClean="0"/>
          </a:p>
          <a:p>
            <a:r>
              <a:rPr lang="en-US" dirty="0" smtClean="0"/>
              <a:t>Rebranding </a:t>
            </a:r>
            <a:r>
              <a:rPr lang="en-US" dirty="0" err="1" smtClean="0"/>
              <a:t>Warteg</a:t>
            </a:r>
            <a:endParaRPr lang="en-US" dirty="0" smtClean="0"/>
          </a:p>
          <a:p>
            <a:r>
              <a:rPr lang="en-US" dirty="0" smtClean="0"/>
              <a:t>Film </a:t>
            </a:r>
            <a:r>
              <a:rPr lang="en-US" dirty="0" err="1" smtClean="0"/>
              <a:t>animasi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Huma</a:t>
            </a:r>
            <a:endParaRPr lang="en-US" dirty="0" smtClean="0"/>
          </a:p>
          <a:p>
            <a:r>
              <a:rPr lang="en-US" dirty="0" smtClean="0"/>
              <a:t>Video </a:t>
            </a:r>
            <a:r>
              <a:rPr lang="en-US" dirty="0" err="1" smtClean="0"/>
              <a:t>Dokumenter</a:t>
            </a:r>
            <a:r>
              <a:rPr lang="en-US" dirty="0" smtClean="0"/>
              <a:t> </a:t>
            </a:r>
            <a:r>
              <a:rPr lang="en-US" dirty="0" err="1" smtClean="0"/>
              <a:t>Bonek</a:t>
            </a:r>
            <a:endParaRPr lang="en-US" dirty="0" smtClean="0"/>
          </a:p>
          <a:p>
            <a:r>
              <a:rPr lang="en-US" dirty="0" err="1" smtClean="0"/>
              <a:t>Aplikasi</a:t>
            </a:r>
            <a:r>
              <a:rPr lang="en-US" dirty="0" smtClean="0"/>
              <a:t> Crowd Funding</a:t>
            </a:r>
            <a:endParaRPr lang="en-US" dirty="0" smtClean="0"/>
          </a:p>
          <a:p>
            <a:pPr lvl="1">
              <a:defRPr/>
            </a:pPr>
            <a:endParaRPr lang="id-ID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620" y="2750256"/>
            <a:ext cx="89703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Bab 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6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–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Uji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Coba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dan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Evaluasi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</a:p>
          <a:p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4264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err="1" smtClean="0"/>
              <a:t>Dua</a:t>
            </a:r>
            <a:r>
              <a:rPr lang="en-AU" dirty="0" smtClean="0"/>
              <a:t> </a:t>
            </a:r>
            <a:r>
              <a:rPr lang="en-AU" dirty="0" err="1" smtClean="0"/>
              <a:t>Tahap</a:t>
            </a:r>
            <a:r>
              <a:rPr lang="en-AU" dirty="0" smtClean="0"/>
              <a:t> </a:t>
            </a:r>
            <a:r>
              <a:rPr lang="en-AU" dirty="0" err="1" smtClean="0"/>
              <a:t>Uji</a:t>
            </a:r>
            <a:r>
              <a:rPr lang="en-AU" dirty="0" smtClean="0"/>
              <a:t> </a:t>
            </a:r>
            <a:r>
              <a:rPr lang="en-AU" dirty="0" err="1" smtClean="0"/>
              <a:t>Coba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dirty="0" smtClean="0"/>
              <a:t>: </a:t>
            </a:r>
            <a:endParaRPr lang="en-US" dirty="0" smtClean="0"/>
          </a:p>
          <a:p>
            <a:pPr lvl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produk</a:t>
            </a:r>
            <a:r>
              <a:rPr lang="en-US" dirty="0" smtClean="0"/>
              <a:t>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benar</a:t>
            </a:r>
            <a:r>
              <a:rPr lang="en-US" dirty="0" smtClean="0"/>
              <a:t> ? </a:t>
            </a:r>
          </a:p>
          <a:p>
            <a:pPr lvl="0">
              <a:buNone/>
            </a:pPr>
            <a:r>
              <a:rPr lang="en-US" dirty="0" smtClean="0"/>
              <a:t>	</a:t>
            </a:r>
            <a:r>
              <a:rPr lang="en-US" dirty="0" smtClean="0"/>
              <a:t>(</a:t>
            </a:r>
            <a:r>
              <a:rPr lang="en-US" dirty="0" err="1" smtClean="0"/>
              <a:t>bebas</a:t>
            </a:r>
            <a:r>
              <a:rPr lang="en-US" dirty="0" smtClean="0"/>
              <a:t> error)</a:t>
            </a:r>
            <a:endParaRPr lang="en-US" dirty="0" smtClean="0"/>
          </a:p>
          <a:p>
            <a:pPr lvl="0"/>
            <a:r>
              <a:rPr lang="en-US" dirty="0" err="1" smtClean="0"/>
              <a:t>Validasi</a:t>
            </a:r>
            <a:r>
              <a:rPr lang="en-US" dirty="0" smtClean="0"/>
              <a:t>: </a:t>
            </a:r>
            <a:endParaRPr lang="en-US" dirty="0" smtClean="0"/>
          </a:p>
          <a:p>
            <a:pPr lvl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produk</a:t>
            </a:r>
            <a:r>
              <a:rPr lang="en-US" dirty="0" smtClean="0"/>
              <a:t> yang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benar</a:t>
            </a:r>
            <a:r>
              <a:rPr lang="en-US" dirty="0" smtClean="0"/>
              <a:t> ? </a:t>
            </a:r>
          </a:p>
          <a:p>
            <a:pPr lvl="0">
              <a:buNone/>
            </a:pPr>
            <a:r>
              <a:rPr lang="en-US" dirty="0" smtClean="0"/>
              <a:t>	</a:t>
            </a:r>
            <a:r>
              <a:rPr lang="en-US" dirty="0" smtClean="0"/>
              <a:t>(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Verifikasi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Aktor</a:t>
            </a:r>
            <a:r>
              <a:rPr lang="en-US" dirty="0" smtClean="0"/>
              <a:t> : </a:t>
            </a:r>
            <a:r>
              <a:rPr lang="en-US" dirty="0" err="1" smtClean="0"/>
              <a:t>Pembuat</a:t>
            </a:r>
            <a:r>
              <a:rPr lang="en-US" dirty="0" smtClean="0"/>
              <a:t> Program</a:t>
            </a:r>
          </a:p>
          <a:p>
            <a:pPr lvl="0"/>
            <a:r>
              <a:rPr lang="en-US" dirty="0" err="1" smtClean="0"/>
              <a:t>Peran</a:t>
            </a:r>
            <a:r>
              <a:rPr lang="en-US" dirty="0" smtClean="0"/>
              <a:t> :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Quality Assurance</a:t>
            </a:r>
          </a:p>
          <a:p>
            <a:pPr lvl="0"/>
            <a:r>
              <a:rPr lang="en-US" dirty="0" err="1" smtClean="0"/>
              <a:t>Proses</a:t>
            </a:r>
            <a:r>
              <a:rPr lang="en-US" dirty="0" smtClean="0"/>
              <a:t> : </a:t>
            </a:r>
            <a:r>
              <a:rPr lang="en-US" dirty="0" err="1" smtClean="0"/>
              <a:t>Dicoba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data yang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membuktikan</a:t>
            </a:r>
            <a:r>
              <a:rPr lang="en-US" dirty="0" smtClean="0"/>
              <a:t> program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mempunyai</a:t>
            </a:r>
            <a:r>
              <a:rPr lang="en-US" dirty="0" smtClean="0"/>
              <a:t> </a:t>
            </a:r>
            <a:r>
              <a:rPr lang="en-US" dirty="0" err="1" smtClean="0"/>
              <a:t>kesalahan</a:t>
            </a:r>
            <a:r>
              <a:rPr lang="en-US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Validasi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Aktor</a:t>
            </a:r>
            <a:r>
              <a:rPr lang="en-US" dirty="0" smtClean="0"/>
              <a:t> : Target Market</a:t>
            </a:r>
          </a:p>
          <a:p>
            <a:pPr lvl="0"/>
            <a:r>
              <a:rPr lang="en-US" dirty="0" err="1" smtClean="0"/>
              <a:t>Peran</a:t>
            </a:r>
            <a:r>
              <a:rPr lang="en-US" dirty="0" smtClean="0"/>
              <a:t> :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pembeli</a:t>
            </a:r>
            <a:r>
              <a:rPr lang="en-US" dirty="0" smtClean="0"/>
              <a:t> / client</a:t>
            </a:r>
            <a:endParaRPr lang="en-US" dirty="0" smtClean="0"/>
          </a:p>
          <a:p>
            <a:pPr lvl="0"/>
            <a:r>
              <a:rPr lang="en-US" dirty="0" err="1" smtClean="0"/>
              <a:t>Proses</a:t>
            </a:r>
            <a:r>
              <a:rPr lang="en-US" dirty="0" smtClean="0"/>
              <a:t> : program </a:t>
            </a:r>
            <a:r>
              <a:rPr lang="en-US" dirty="0" err="1" smtClean="0"/>
              <a:t>dicoba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user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memastikan</a:t>
            </a:r>
            <a:r>
              <a:rPr lang="en-US" dirty="0" smtClean="0"/>
              <a:t> program yang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memecahkan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err="1" smtClean="0"/>
              <a:t>Contoh</a:t>
            </a:r>
            <a:r>
              <a:rPr lang="en-AU" dirty="0" smtClean="0"/>
              <a:t> </a:t>
            </a:r>
            <a:r>
              <a:rPr lang="en-AU" dirty="0" err="1" smtClean="0"/>
              <a:t>kasus</a:t>
            </a:r>
            <a:r>
              <a:rPr lang="en-AU" dirty="0" smtClean="0"/>
              <a:t> </a:t>
            </a:r>
            <a:br>
              <a:rPr lang="en-AU" dirty="0" smtClean="0"/>
            </a:br>
            <a:r>
              <a:rPr lang="en-AU" dirty="0" err="1" smtClean="0"/>
              <a:t>Sistem</a:t>
            </a:r>
            <a:r>
              <a:rPr lang="en-AU" dirty="0" smtClean="0"/>
              <a:t> </a:t>
            </a:r>
            <a:r>
              <a:rPr lang="en-AU" dirty="0" err="1" smtClean="0"/>
              <a:t>Informasi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skenario</a:t>
            </a:r>
            <a:r>
              <a:rPr lang="en-US" dirty="0" smtClean="0"/>
              <a:t> </a:t>
            </a:r>
            <a:r>
              <a:rPr lang="en-US" dirty="0" err="1" smtClean="0"/>
              <a:t>uji</a:t>
            </a:r>
            <a:r>
              <a:rPr lang="en-US" dirty="0" smtClean="0"/>
              <a:t> </a:t>
            </a:r>
            <a:r>
              <a:rPr lang="en-US" dirty="0" err="1" smtClean="0"/>
              <a:t>coba</a:t>
            </a:r>
            <a:r>
              <a:rPr lang="en-US" dirty="0" smtClean="0"/>
              <a:t> yang </a:t>
            </a:r>
            <a:r>
              <a:rPr lang="en-US" dirty="0" err="1" smtClean="0"/>
              <a:t>dianggap</a:t>
            </a:r>
            <a:r>
              <a:rPr lang="en-US" dirty="0" smtClean="0"/>
              <a:t> </a:t>
            </a:r>
            <a:r>
              <a:rPr lang="en-US" dirty="0" err="1" smtClean="0"/>
              <a:t>mewakili</a:t>
            </a:r>
            <a:r>
              <a:rPr lang="en-US" dirty="0" smtClean="0"/>
              <a:t> </a:t>
            </a:r>
            <a:r>
              <a:rPr lang="en-US" dirty="0" err="1" smtClean="0"/>
              <a:t>keseluruhan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. </a:t>
            </a:r>
            <a:r>
              <a:rPr lang="en-US" dirty="0" err="1" smtClean="0"/>
              <a:t>Misalnya</a:t>
            </a:r>
            <a:r>
              <a:rPr lang="en-US" dirty="0" smtClean="0"/>
              <a:t> </a:t>
            </a:r>
            <a:r>
              <a:rPr lang="en-US" dirty="0" err="1" smtClean="0"/>
              <a:t>mulai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uji</a:t>
            </a:r>
            <a:r>
              <a:rPr lang="en-US" dirty="0" smtClean="0"/>
              <a:t> </a:t>
            </a:r>
            <a:r>
              <a:rPr lang="en-US" dirty="0" err="1" smtClean="0"/>
              <a:t>coba</a:t>
            </a:r>
            <a:r>
              <a:rPr lang="en-US" dirty="0" smtClean="0"/>
              <a:t> </a:t>
            </a:r>
            <a:r>
              <a:rPr lang="en-US" dirty="0" err="1" smtClean="0"/>
              <a:t>modul</a:t>
            </a:r>
            <a:r>
              <a:rPr lang="en-US" dirty="0" smtClean="0"/>
              <a:t> </a:t>
            </a:r>
            <a:r>
              <a:rPr lang="en-US" dirty="0" err="1" smtClean="0"/>
              <a:t>pembuatan</a:t>
            </a:r>
            <a:r>
              <a:rPr lang="en-US" dirty="0" smtClean="0"/>
              <a:t> master </a:t>
            </a:r>
            <a:r>
              <a:rPr lang="en-US" dirty="0" err="1" smtClean="0"/>
              <a:t>barang</a:t>
            </a:r>
            <a:r>
              <a:rPr lang="en-US" dirty="0" smtClean="0"/>
              <a:t>, </a:t>
            </a:r>
            <a:r>
              <a:rPr lang="en-US" dirty="0" err="1" smtClean="0"/>
              <a:t>pembelian</a:t>
            </a:r>
            <a:r>
              <a:rPr lang="en-US" dirty="0" smtClean="0"/>
              <a:t>, </a:t>
            </a:r>
            <a:r>
              <a:rPr lang="en-US" dirty="0" err="1" smtClean="0"/>
              <a:t>penyimpanan</a:t>
            </a:r>
            <a:r>
              <a:rPr lang="en-US" dirty="0" smtClean="0"/>
              <a:t> </a:t>
            </a:r>
            <a:r>
              <a:rPr lang="en-US" dirty="0" err="1" smtClean="0"/>
              <a:t>barang</a:t>
            </a:r>
            <a:r>
              <a:rPr lang="en-US" dirty="0" smtClean="0"/>
              <a:t>, </a:t>
            </a:r>
            <a:r>
              <a:rPr lang="en-US" dirty="0" err="1" smtClean="0"/>
              <a:t>penjualan</a:t>
            </a:r>
            <a:r>
              <a:rPr lang="en-US" dirty="0" smtClean="0"/>
              <a:t> </a:t>
            </a:r>
            <a:r>
              <a:rPr lang="en-US" dirty="0" err="1" smtClean="0"/>
              <a:t>hingga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laporan-laporan</a:t>
            </a:r>
            <a:r>
              <a:rPr lang="en-US" dirty="0" smtClean="0"/>
              <a:t> </a:t>
            </a:r>
            <a:r>
              <a:rPr lang="en-US" dirty="0" err="1" smtClean="0"/>
              <a:t>terkait</a:t>
            </a:r>
            <a:r>
              <a:rPr lang="en-US" dirty="0" smtClean="0"/>
              <a:t> </a:t>
            </a:r>
          </a:p>
          <a:p>
            <a:pPr lvl="0"/>
            <a:r>
              <a:rPr lang="en-US" dirty="0" err="1" smtClean="0"/>
              <a:t>Validasi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interview </a:t>
            </a:r>
            <a:r>
              <a:rPr lang="en-US" dirty="0" err="1" smtClean="0"/>
              <a:t>atau</a:t>
            </a:r>
            <a:r>
              <a:rPr lang="en-US" dirty="0" smtClean="0"/>
              <a:t> survey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Pembuatan</a:t>
            </a:r>
            <a:r>
              <a:rPr lang="en-US" dirty="0" smtClean="0"/>
              <a:t> Game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menguji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skenario</a:t>
            </a:r>
            <a:r>
              <a:rPr lang="en-US" dirty="0" smtClean="0"/>
              <a:t> yang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–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 smtClean="0"/>
              <a:t> </a:t>
            </a:r>
            <a:r>
              <a:rPr lang="en-US" dirty="0" err="1" smtClean="0"/>
              <a:t>misalnya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pembuatan</a:t>
            </a:r>
            <a:r>
              <a:rPr lang="en-US" dirty="0" smtClean="0"/>
              <a:t> user </a:t>
            </a:r>
            <a:r>
              <a:rPr lang="en-US" dirty="0" err="1" smtClean="0"/>
              <a:t>baru</a:t>
            </a:r>
            <a:r>
              <a:rPr lang="en-US" dirty="0" smtClean="0"/>
              <a:t>, </a:t>
            </a:r>
            <a:r>
              <a:rPr lang="en-US" dirty="0" err="1" smtClean="0"/>
              <a:t>memulai</a:t>
            </a:r>
            <a:r>
              <a:rPr lang="en-US" dirty="0" smtClean="0"/>
              <a:t> </a:t>
            </a:r>
            <a:r>
              <a:rPr lang="en-US" dirty="0" err="1" smtClean="0"/>
              <a:t>permainan</a:t>
            </a:r>
            <a:r>
              <a:rPr lang="en-US" dirty="0" smtClean="0"/>
              <a:t>, </a:t>
            </a:r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level, </a:t>
            </a:r>
            <a:r>
              <a:rPr lang="en-US" dirty="0" err="1" smtClean="0"/>
              <a:t>sampai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ending</a:t>
            </a:r>
          </a:p>
          <a:p>
            <a:pPr lvl="0"/>
            <a:r>
              <a:rPr lang="en-US" dirty="0" err="1" smtClean="0"/>
              <a:t>Validasi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interview </a:t>
            </a:r>
            <a:r>
              <a:rPr lang="en-US" dirty="0" err="1" smtClean="0"/>
              <a:t>atau</a:t>
            </a:r>
            <a:r>
              <a:rPr lang="en-US" dirty="0" smtClean="0"/>
              <a:t> survey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.</a:t>
            </a:r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Penerapan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menguji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skenario</a:t>
            </a:r>
            <a:r>
              <a:rPr lang="en-US" dirty="0" smtClean="0"/>
              <a:t> yang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perbandingan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perhitungan</a:t>
            </a:r>
            <a:r>
              <a:rPr lang="en-US" dirty="0" smtClean="0"/>
              <a:t> manual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dibuat</a:t>
            </a:r>
            <a:r>
              <a:rPr lang="en-US" dirty="0" smtClean="0"/>
              <a:t>.</a:t>
            </a:r>
            <a:endParaRPr lang="en-US" dirty="0" smtClean="0"/>
          </a:p>
          <a:p>
            <a:pPr lvl="0"/>
            <a:r>
              <a:rPr lang="en-US" dirty="0" err="1" smtClean="0"/>
              <a:t>Validasi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smtClean="0"/>
              <a:t>interview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smtClean="0"/>
              <a:t>survey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Diskusi Kelompok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Carilah orang yang memiliki topik TA dalam rumpun yang sama, misalnya Game, Sistem Informasi Akuntansi, E Commerce dsb. </a:t>
            </a:r>
          </a:p>
          <a:p>
            <a:r>
              <a:rPr lang="id-ID" dirty="0" smtClean="0"/>
              <a:t>Bergabunglah dalam kelompok maksimal 3 orang </a:t>
            </a:r>
          </a:p>
          <a:p>
            <a:r>
              <a:rPr lang="id-ID" dirty="0" smtClean="0"/>
              <a:t>Buatlah perkiraan sub bab yang sesuai untuk bab </a:t>
            </a:r>
            <a:r>
              <a:rPr lang="en-US" dirty="0" smtClean="0"/>
              <a:t>5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perkiraan</a:t>
            </a:r>
            <a:r>
              <a:rPr lang="en-US" dirty="0" smtClean="0"/>
              <a:t> </a:t>
            </a:r>
            <a:r>
              <a:rPr lang="en-US" dirty="0" err="1" smtClean="0"/>
              <a:t>skenario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validasi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6</a:t>
            </a:r>
            <a:r>
              <a:rPr lang="id-ID" dirty="0" smtClean="0"/>
              <a:t>.</a:t>
            </a:r>
            <a:endParaRPr lang="id-ID" dirty="0" smtClean="0"/>
          </a:p>
          <a:p>
            <a:r>
              <a:rPr lang="id-ID" dirty="0" smtClean="0"/>
              <a:t>Berikan sedikit penjelasan tentang isi dari setiap sub bab tersebut.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7666</TotalTime>
  <Words>508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2_Office Theme</vt:lpstr>
      <vt:lpstr>Slide 1</vt:lpstr>
      <vt:lpstr>PROCESS over RESULT</vt:lpstr>
      <vt:lpstr>Isi bab 5</vt:lpstr>
      <vt:lpstr>Kesalahan / Kegagalan </vt:lpstr>
      <vt:lpstr>Kesalahan yang sering muncul</vt:lpstr>
      <vt:lpstr>Kesalahan yang sering muncul</vt:lpstr>
      <vt:lpstr>Kesalahan yang sering muncul</vt:lpstr>
      <vt:lpstr>Kesalahan yang sering muncul</vt:lpstr>
      <vt:lpstr>Contoh Kasus</vt:lpstr>
      <vt:lpstr>Slide 10</vt:lpstr>
      <vt:lpstr>Dua Tahap Uji Coba</vt:lpstr>
      <vt:lpstr>Verifikasi</vt:lpstr>
      <vt:lpstr>Validasi</vt:lpstr>
      <vt:lpstr>Contoh kasus  Sistem Informasi</vt:lpstr>
      <vt:lpstr>Contoh Kasus  Pembuatan Game</vt:lpstr>
      <vt:lpstr>Contoh Kasus  Penerapan Algoritma</vt:lpstr>
      <vt:lpstr>Diskusi Kelompok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lenovo2</cp:lastModifiedBy>
  <cp:revision>27</cp:revision>
  <dcterms:created xsi:type="dcterms:W3CDTF">2017-12-08T09:42:55Z</dcterms:created>
  <dcterms:modified xsi:type="dcterms:W3CDTF">2018-04-30T07:32:06Z</dcterms:modified>
</cp:coreProperties>
</file>