
<file path=[Content_Types].xml><?xml version="1.0" encoding="utf-8"?>
<Types xmlns="http://schemas.openxmlformats.org/package/2006/content-types"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4" r:id="rId2"/>
  </p:sldMasterIdLst>
  <p:notesMasterIdLst>
    <p:notesMasterId r:id="rId13"/>
  </p:notesMasterIdLst>
  <p:sldIdLst>
    <p:sldId id="309" r:id="rId3"/>
    <p:sldId id="310" r:id="rId4"/>
    <p:sldId id="342" r:id="rId5"/>
    <p:sldId id="361" r:id="rId6"/>
    <p:sldId id="362" r:id="rId7"/>
    <p:sldId id="363" r:id="rId8"/>
    <p:sldId id="365" r:id="rId9"/>
    <p:sldId id="366" r:id="rId10"/>
    <p:sldId id="367" r:id="rId11"/>
    <p:sldId id="3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000" autoAdjust="0"/>
    <p:restoredTop sz="94660" autoAdjust="0"/>
  </p:normalViewPr>
  <p:slideViewPr>
    <p:cSldViewPr snapToGrid="0">
      <p:cViewPr varScale="1">
        <p:scale>
          <a:sx n="82" d="100"/>
          <a:sy n="82" d="100"/>
        </p:scale>
        <p:origin x="-966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04"/>
    </p:cViewPr>
  </p:outlin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973AA2-FC3D-46DA-B852-76920C7AAC81}" type="datetimeFigureOut">
              <a:rPr lang="id-ID" smtClean="0"/>
              <a:pPr/>
              <a:t>24/04/2018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C4396C-A776-407A-A636-0A0A738F91F8}" type="slidenum">
              <a:rPr lang="id-ID" smtClean="0"/>
              <a:pPr/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45966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48826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59353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3945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4/24/2018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391248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4/24/2018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42810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4/24/2018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41227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28939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958901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70737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/>
              <a:pPr/>
              <a:t>4/24/2018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11727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4/24/2018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45966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4/24/2018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488267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4/24/2018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5593534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4/24/2018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3945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4/24/2018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912482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4/24/2018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428109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4/24/2018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9412273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4/24/2018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289392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4/24/2018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589017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4/24/2018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707372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4/24/2018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1172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744E1C-4540-48D2-AC33-2EEA67550097}" type="datetimeFigureOut">
              <a:rPr lang="en-US" smtClean="0"/>
              <a:pPr/>
              <a:t>4/24/2018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3E301-FF4D-4C01-9FD8-79CD338841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67256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744E1C-4540-48D2-AC33-2EEA6755009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4/24/2018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3E301-FF4D-4C01-9FD8-79CD3388413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567256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80766" y="2750256"/>
            <a:ext cx="67344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800" b="1" dirty="0" smtClean="0">
                <a:solidFill>
                  <a:prstClr val="white"/>
                </a:solidFill>
                <a:latin typeface="Helvetica" charset="0"/>
                <a:ea typeface="Helvetica" charset="0"/>
                <a:cs typeface="Helvetica" charset="0"/>
              </a:rPr>
              <a:t>Bab </a:t>
            </a:r>
            <a:r>
              <a:rPr lang="en-US" sz="4800" b="1" dirty="0" smtClean="0">
                <a:solidFill>
                  <a:prstClr val="white"/>
                </a:solidFill>
                <a:latin typeface="Helvetica" charset="0"/>
                <a:ea typeface="Helvetica" charset="0"/>
                <a:cs typeface="Helvetica" charset="0"/>
              </a:rPr>
              <a:t>4</a:t>
            </a:r>
            <a:r>
              <a:rPr lang="id-ID" sz="4800" b="1" dirty="0" smtClean="0">
                <a:solidFill>
                  <a:prstClr val="white"/>
                </a:solidFill>
                <a:latin typeface="Helvetica" charset="0"/>
                <a:ea typeface="Helvetica" charset="0"/>
                <a:cs typeface="Helvetica" charset="0"/>
              </a:rPr>
              <a:t> </a:t>
            </a:r>
            <a:r>
              <a:rPr lang="id-ID" sz="4800" b="1" dirty="0" smtClean="0">
                <a:solidFill>
                  <a:prstClr val="white"/>
                </a:solidFill>
                <a:latin typeface="Helvetica" charset="0"/>
                <a:ea typeface="Helvetica" charset="0"/>
                <a:cs typeface="Helvetica" charset="0"/>
              </a:rPr>
              <a:t>- </a:t>
            </a:r>
            <a:r>
              <a:rPr lang="en-US" sz="4800" b="1" dirty="0" err="1" smtClean="0">
                <a:solidFill>
                  <a:prstClr val="white"/>
                </a:solidFill>
                <a:latin typeface="Helvetica" charset="0"/>
                <a:ea typeface="Helvetica" charset="0"/>
                <a:cs typeface="Helvetica" charset="0"/>
              </a:rPr>
              <a:t>Desain</a:t>
            </a:r>
            <a:endParaRPr lang="en-US" sz="4800" b="1" dirty="0">
              <a:solidFill>
                <a:prstClr val="white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0766" y="3945925"/>
            <a:ext cx="4417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 smtClean="0">
                <a:solidFill>
                  <a:prstClr val="white"/>
                </a:solidFill>
              </a:rPr>
              <a:t>Teknik Informatika Ubaya, 2018</a:t>
            </a: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2568" y="420450"/>
            <a:ext cx="1468188" cy="15931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74264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en-US" dirty="0" err="1" smtClean="0"/>
              <a:t>Desain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r>
              <a:rPr lang="en-US" dirty="0" err="1" smtClean="0"/>
              <a:t>Suatu</a:t>
            </a:r>
            <a:r>
              <a:rPr lang="en-US" dirty="0" smtClean="0"/>
              <a:t> </a:t>
            </a:r>
            <a:r>
              <a:rPr lang="en-US" dirty="0" err="1" smtClean="0"/>
              <a:t>bagian</a:t>
            </a:r>
            <a:r>
              <a:rPr lang="en-US" dirty="0" smtClean="0"/>
              <a:t>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suatu</a:t>
            </a:r>
            <a:r>
              <a:rPr lang="en-US" dirty="0" smtClean="0"/>
              <a:t> </a:t>
            </a:r>
            <a:r>
              <a:rPr lang="en-US" dirty="0" err="1" smtClean="0"/>
              <a:t>penelitian</a:t>
            </a:r>
            <a:r>
              <a:rPr lang="en-US" dirty="0" smtClean="0"/>
              <a:t> yang </a:t>
            </a:r>
            <a:r>
              <a:rPr lang="en-US" dirty="0" err="1" smtClean="0"/>
              <a:t>mengikuti</a:t>
            </a:r>
            <a:r>
              <a:rPr lang="en-US" dirty="0" smtClean="0"/>
              <a:t> </a:t>
            </a:r>
            <a:r>
              <a:rPr lang="en-US" dirty="0" err="1" smtClean="0"/>
              <a:t>bagian</a:t>
            </a:r>
            <a:r>
              <a:rPr lang="en-US" dirty="0" smtClean="0"/>
              <a:t> </a:t>
            </a:r>
            <a:r>
              <a:rPr lang="en-US" dirty="0" err="1" smtClean="0"/>
              <a:t>analisis</a:t>
            </a:r>
            <a:endParaRPr lang="en-US" dirty="0" smtClean="0"/>
          </a:p>
          <a:p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suatu</a:t>
            </a:r>
            <a:r>
              <a:rPr lang="en-US" dirty="0" smtClean="0"/>
              <a:t> </a:t>
            </a:r>
            <a:r>
              <a:rPr lang="en-US" dirty="0" err="1" smtClean="0"/>
              <a:t>Laporan</a:t>
            </a:r>
            <a:r>
              <a:rPr lang="en-US" dirty="0" smtClean="0"/>
              <a:t> </a:t>
            </a:r>
            <a:r>
              <a:rPr lang="en-US" dirty="0" err="1" smtClean="0"/>
              <a:t>Tugas</a:t>
            </a:r>
            <a:r>
              <a:rPr lang="en-US" dirty="0" smtClean="0"/>
              <a:t> </a:t>
            </a:r>
            <a:r>
              <a:rPr lang="en-US" dirty="0" err="1" smtClean="0"/>
              <a:t>Akhir</a:t>
            </a:r>
            <a:r>
              <a:rPr lang="en-US" dirty="0" smtClean="0"/>
              <a:t>, </a:t>
            </a:r>
            <a:r>
              <a:rPr lang="en-US" dirty="0" err="1" smtClean="0"/>
              <a:t>bagian</a:t>
            </a:r>
            <a:r>
              <a:rPr lang="en-US" dirty="0" smtClean="0"/>
              <a:t> </a:t>
            </a:r>
            <a:r>
              <a:rPr lang="id-ID" dirty="0" smtClean="0"/>
              <a:t>Desain</a:t>
            </a:r>
            <a:r>
              <a:rPr lang="en-US" dirty="0" smtClean="0"/>
              <a:t> </a:t>
            </a:r>
            <a:r>
              <a:rPr lang="en-US" dirty="0" err="1" smtClean="0"/>
              <a:t>umumnya</a:t>
            </a:r>
            <a:r>
              <a:rPr lang="en-US" dirty="0" smtClean="0"/>
              <a:t> </a:t>
            </a:r>
            <a:r>
              <a:rPr lang="en-US" dirty="0" err="1" smtClean="0"/>
              <a:t>terdapat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BAB IV.</a:t>
            </a:r>
          </a:p>
          <a:p>
            <a:r>
              <a:rPr lang="en-US" dirty="0" err="1" smtClean="0"/>
              <a:t>Tujuan</a:t>
            </a:r>
            <a:r>
              <a:rPr lang="en-US" dirty="0" smtClean="0"/>
              <a:t> </a:t>
            </a:r>
            <a:r>
              <a:rPr lang="en-US" dirty="0" err="1" smtClean="0"/>
              <a:t>utama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bab</a:t>
            </a:r>
            <a:r>
              <a:rPr lang="en-US" dirty="0" smtClean="0"/>
              <a:t> </a:t>
            </a:r>
            <a:r>
              <a:rPr lang="en-US" dirty="0" err="1" smtClean="0"/>
              <a:t>Desain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menjelaskan</a:t>
            </a:r>
            <a:r>
              <a:rPr lang="en-US" dirty="0" smtClean="0"/>
              <a:t> </a:t>
            </a:r>
            <a:r>
              <a:rPr lang="en-US" dirty="0" err="1" smtClean="0"/>
              <a:t>desain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solusi</a:t>
            </a:r>
            <a:r>
              <a:rPr lang="en-US" dirty="0" smtClean="0"/>
              <a:t> yang </a:t>
            </a:r>
            <a:r>
              <a:rPr lang="en-US" dirty="0" err="1" smtClean="0"/>
              <a:t>dipilih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bab</a:t>
            </a:r>
            <a:r>
              <a:rPr lang="en-US" dirty="0" smtClean="0"/>
              <a:t> </a:t>
            </a:r>
            <a:r>
              <a:rPr lang="en-US" dirty="0" err="1" smtClean="0"/>
              <a:t>Analisis</a:t>
            </a:r>
            <a:r>
              <a:rPr lang="en-US" dirty="0" smtClean="0"/>
              <a:t> </a:t>
            </a:r>
            <a:r>
              <a:rPr lang="en-US" dirty="0" err="1" smtClean="0"/>
              <a:t>sebelumnya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Seluruh</a:t>
            </a:r>
            <a:r>
              <a:rPr lang="en-US" dirty="0" smtClean="0"/>
              <a:t> </a:t>
            </a:r>
            <a:r>
              <a:rPr lang="en-US" dirty="0" err="1" smtClean="0"/>
              <a:t>desain</a:t>
            </a:r>
            <a:r>
              <a:rPr lang="en-US" dirty="0" smtClean="0"/>
              <a:t> </a:t>
            </a:r>
            <a:r>
              <a:rPr lang="en-US" dirty="0" err="1" smtClean="0"/>
              <a:t>harus</a:t>
            </a:r>
            <a:r>
              <a:rPr lang="en-US" dirty="0" smtClean="0"/>
              <a:t> </a:t>
            </a:r>
            <a:r>
              <a:rPr lang="en-US" dirty="0" err="1" smtClean="0"/>
              <a:t>berdasar</a:t>
            </a:r>
            <a:r>
              <a:rPr lang="en-US" dirty="0" smtClean="0"/>
              <a:t> </a:t>
            </a:r>
            <a:r>
              <a:rPr lang="en-US" dirty="0" err="1" smtClean="0"/>
              <a:t>kebutuhan</a:t>
            </a:r>
            <a:r>
              <a:rPr lang="en-US" dirty="0" smtClean="0"/>
              <a:t> </a:t>
            </a:r>
            <a:r>
              <a:rPr lang="id-ID" dirty="0" smtClean="0"/>
              <a:t>sistem </a:t>
            </a:r>
            <a:r>
              <a:rPr lang="en-US" dirty="0" smtClean="0"/>
              <a:t>yang </a:t>
            </a:r>
            <a:r>
              <a:rPr lang="en-US" dirty="0" err="1" smtClean="0"/>
              <a:t>telah</a:t>
            </a:r>
            <a:r>
              <a:rPr lang="en-US" dirty="0" smtClean="0"/>
              <a:t> </a:t>
            </a:r>
            <a:r>
              <a:rPr lang="en-US" dirty="0" err="1" smtClean="0"/>
              <a:t>dibahas</a:t>
            </a:r>
            <a:r>
              <a:rPr lang="en-US" dirty="0" smtClean="0"/>
              <a:t> </a:t>
            </a:r>
            <a:r>
              <a:rPr lang="en-US" dirty="0" err="1" smtClean="0"/>
              <a:t>di</a:t>
            </a:r>
            <a:r>
              <a:rPr lang="en-US" dirty="0" smtClean="0"/>
              <a:t> </a:t>
            </a:r>
            <a:r>
              <a:rPr lang="en-US" dirty="0" err="1" smtClean="0"/>
              <a:t>bab</a:t>
            </a:r>
            <a:r>
              <a:rPr lang="en-US" dirty="0" smtClean="0"/>
              <a:t> </a:t>
            </a:r>
            <a:r>
              <a:rPr lang="en-US" dirty="0" err="1" smtClean="0"/>
              <a:t>Analisis</a:t>
            </a:r>
            <a:r>
              <a:rPr lang="en-US" dirty="0" smtClean="0"/>
              <a:t> </a:t>
            </a:r>
            <a:r>
              <a:rPr lang="en-US" dirty="0" err="1" smtClean="0"/>
              <a:t>sebelumnya</a:t>
            </a:r>
            <a:endParaRPr lang="en-US" dirty="0" smtClean="0"/>
          </a:p>
          <a:p>
            <a:pPr>
              <a:buNone/>
            </a:pPr>
            <a:endParaRPr lang="id-ID" dirty="0"/>
          </a:p>
        </p:txBody>
      </p:sp>
    </p:spTree>
    <p:extLst>
      <p:ext uri="{BB962C8B-B14F-4D97-AF65-F5344CB8AC3E}">
        <p14:creationId xmlns="" xmlns:p14="http://schemas.microsoft.com/office/powerpoint/2010/main" val="3639656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en-US" dirty="0" err="1" smtClean="0"/>
              <a:t>Desain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r>
              <a:rPr lang="id-ID" dirty="0" smtClean="0"/>
              <a:t>Setiap elemen desain bukan hanya ditampilkan, tetapi perlu dijelaskan</a:t>
            </a:r>
            <a:r>
              <a:rPr lang="id-ID" dirty="0" smtClean="0"/>
              <a:t>.</a:t>
            </a:r>
            <a:r>
              <a:rPr lang="en-US" dirty="0" smtClean="0"/>
              <a:t> </a:t>
            </a:r>
            <a:r>
              <a:rPr lang="en-US" dirty="0" err="1" smtClean="0"/>
              <a:t>Segala</a:t>
            </a:r>
            <a:r>
              <a:rPr lang="en-US" dirty="0" smtClean="0"/>
              <a:t> </a:t>
            </a:r>
            <a:r>
              <a:rPr lang="en-US" dirty="0" err="1" smtClean="0"/>
              <a:t>pertimbangan</a:t>
            </a:r>
            <a:r>
              <a:rPr lang="en-US" dirty="0" smtClean="0"/>
              <a:t> yang </a:t>
            </a:r>
            <a:r>
              <a:rPr lang="en-US" dirty="0" err="1" smtClean="0"/>
              <a:t>menjadi</a:t>
            </a:r>
            <a:r>
              <a:rPr lang="en-US" dirty="0" smtClean="0"/>
              <a:t> </a:t>
            </a:r>
            <a:r>
              <a:rPr lang="en-US" dirty="0" err="1" smtClean="0"/>
              <a:t>dasar</a:t>
            </a:r>
            <a:r>
              <a:rPr lang="en-US" dirty="0" smtClean="0"/>
              <a:t> </a:t>
            </a:r>
            <a:r>
              <a:rPr lang="en-US" dirty="0" err="1" smtClean="0"/>
              <a:t>keputusan</a:t>
            </a:r>
            <a:r>
              <a:rPr lang="en-US" dirty="0" smtClean="0"/>
              <a:t> </a:t>
            </a:r>
            <a:r>
              <a:rPr lang="en-US" dirty="0" err="1" smtClean="0"/>
              <a:t>desain</a:t>
            </a:r>
            <a:r>
              <a:rPr lang="en-US" dirty="0" smtClean="0"/>
              <a:t> </a:t>
            </a:r>
            <a:r>
              <a:rPr lang="en-US" dirty="0" err="1" smtClean="0"/>
              <a:t>harus</a:t>
            </a:r>
            <a:r>
              <a:rPr lang="en-US" dirty="0" smtClean="0"/>
              <a:t> </a:t>
            </a:r>
            <a:r>
              <a:rPr lang="en-US" dirty="0" err="1" smtClean="0"/>
              <a:t>tampak</a:t>
            </a:r>
            <a:r>
              <a:rPr lang="en-US" dirty="0" smtClean="0"/>
              <a:t> </a:t>
            </a:r>
            <a:r>
              <a:rPr lang="en-US" dirty="0" err="1" smtClean="0"/>
              <a:t>di</a:t>
            </a:r>
            <a:r>
              <a:rPr lang="en-US" dirty="0" smtClean="0"/>
              <a:t> </a:t>
            </a:r>
            <a:r>
              <a:rPr lang="en-US" dirty="0" err="1" smtClean="0"/>
              <a:t>bab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id-ID" dirty="0" smtClean="0"/>
              <a:t>Penjelasan dari desain harus dihubungkan dengan isi dari bab analisa</a:t>
            </a:r>
            <a:r>
              <a:rPr lang="id-ID" dirty="0" smtClean="0"/>
              <a:t>.</a:t>
            </a:r>
            <a:r>
              <a:rPr lang="en-US" dirty="0" smtClean="0"/>
              <a:t> </a:t>
            </a:r>
            <a:endParaRPr lang="en-US" dirty="0" smtClean="0"/>
          </a:p>
          <a:p>
            <a:pPr>
              <a:buNone/>
            </a:pPr>
            <a:endParaRPr lang="id-ID" dirty="0"/>
          </a:p>
        </p:txBody>
      </p:sp>
    </p:spTree>
    <p:extLst>
      <p:ext uri="{BB962C8B-B14F-4D97-AF65-F5344CB8AC3E}">
        <p14:creationId xmlns="" xmlns:p14="http://schemas.microsoft.com/office/powerpoint/2010/main" val="3639656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en-US" dirty="0" err="1" smtClean="0"/>
              <a:t>Jenis</a:t>
            </a:r>
            <a:r>
              <a:rPr lang="en-US" dirty="0" smtClean="0"/>
              <a:t> </a:t>
            </a:r>
            <a:r>
              <a:rPr lang="en-US" dirty="0" err="1" smtClean="0"/>
              <a:t>Desain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r>
              <a:rPr lang="en-US" dirty="0" err="1" smtClean="0"/>
              <a:t>Desain</a:t>
            </a:r>
            <a:r>
              <a:rPr lang="en-US" dirty="0" smtClean="0"/>
              <a:t> yang </a:t>
            </a:r>
            <a:r>
              <a:rPr lang="en-US" dirty="0" err="1" smtClean="0"/>
              <a:t>perlu</a:t>
            </a:r>
            <a:r>
              <a:rPr lang="en-US" dirty="0" smtClean="0"/>
              <a:t> </a:t>
            </a:r>
            <a:r>
              <a:rPr lang="en-US" dirty="0" err="1" smtClean="0"/>
              <a:t>dibahas</a:t>
            </a:r>
            <a:r>
              <a:rPr lang="en-US" dirty="0" smtClean="0"/>
              <a:t> </a:t>
            </a:r>
            <a:r>
              <a:rPr lang="en-US" dirty="0" err="1" smtClean="0"/>
              <a:t>bergantung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jenis</a:t>
            </a:r>
            <a:r>
              <a:rPr lang="en-US" dirty="0" smtClean="0"/>
              <a:t> </a:t>
            </a:r>
            <a:r>
              <a:rPr lang="en-US" dirty="0" err="1" smtClean="0"/>
              <a:t>topik</a:t>
            </a:r>
            <a:r>
              <a:rPr lang="en-US" dirty="0" smtClean="0"/>
              <a:t> </a:t>
            </a:r>
            <a:r>
              <a:rPr lang="en-US" dirty="0" err="1" smtClean="0"/>
              <a:t>tugas</a:t>
            </a:r>
            <a:r>
              <a:rPr lang="en-US" dirty="0" smtClean="0"/>
              <a:t> </a:t>
            </a:r>
            <a:r>
              <a:rPr lang="en-US" dirty="0" err="1" smtClean="0"/>
              <a:t>akhir</a:t>
            </a:r>
            <a:endParaRPr lang="en-US" dirty="0" smtClean="0"/>
          </a:p>
          <a:p>
            <a:r>
              <a:rPr lang="en-US" dirty="0" err="1" smtClean="0"/>
              <a:t>Contoh</a:t>
            </a:r>
            <a:r>
              <a:rPr lang="en-US" dirty="0" smtClean="0"/>
              <a:t>: </a:t>
            </a:r>
            <a:r>
              <a:rPr lang="en-US" dirty="0" err="1" smtClean="0"/>
              <a:t>Tugas</a:t>
            </a:r>
            <a:r>
              <a:rPr lang="en-US" dirty="0" smtClean="0"/>
              <a:t> </a:t>
            </a:r>
            <a:r>
              <a:rPr lang="en-US" dirty="0" err="1" smtClean="0"/>
              <a:t>Akhir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topik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</a:t>
            </a:r>
            <a:r>
              <a:rPr lang="en-US" dirty="0" err="1" smtClean="0"/>
              <a:t>informasi</a:t>
            </a:r>
            <a:r>
              <a:rPr lang="en-US" dirty="0" smtClean="0"/>
              <a:t> </a:t>
            </a:r>
            <a:r>
              <a:rPr lang="en-US" dirty="0" err="1" smtClean="0"/>
              <a:t>umumnya</a:t>
            </a:r>
            <a:r>
              <a:rPr lang="en-US" dirty="0" smtClean="0"/>
              <a:t> </a:t>
            </a:r>
            <a:r>
              <a:rPr lang="en-US" dirty="0" err="1" smtClean="0"/>
              <a:t>akan</a:t>
            </a:r>
            <a:r>
              <a:rPr lang="en-US" dirty="0" smtClean="0"/>
              <a:t> </a:t>
            </a:r>
            <a:r>
              <a:rPr lang="en-US" dirty="0" err="1" smtClean="0"/>
              <a:t>memiliki</a:t>
            </a:r>
            <a:r>
              <a:rPr lang="en-US" dirty="0" smtClean="0"/>
              <a:t> </a:t>
            </a:r>
            <a:r>
              <a:rPr lang="en-US" dirty="0" err="1" smtClean="0"/>
              <a:t>desain</a:t>
            </a:r>
            <a:r>
              <a:rPr lang="en-US" dirty="0" smtClean="0"/>
              <a:t> data, </a:t>
            </a:r>
            <a:r>
              <a:rPr lang="en-US" dirty="0" err="1" smtClean="0"/>
              <a:t>desain</a:t>
            </a:r>
            <a:r>
              <a:rPr lang="en-US" dirty="0" smtClean="0"/>
              <a:t> </a:t>
            </a:r>
            <a:r>
              <a:rPr lang="en-US" dirty="0" err="1" smtClean="0"/>
              <a:t>proses</a:t>
            </a:r>
            <a:r>
              <a:rPr lang="en-US" dirty="0" smtClean="0"/>
              <a:t>,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desain</a:t>
            </a:r>
            <a:r>
              <a:rPr lang="en-US" dirty="0" smtClean="0"/>
              <a:t> interface.</a:t>
            </a:r>
          </a:p>
          <a:p>
            <a:r>
              <a:rPr lang="en-US" dirty="0" err="1" smtClean="0"/>
              <a:t>Contoh</a:t>
            </a:r>
            <a:r>
              <a:rPr lang="en-US" dirty="0" smtClean="0"/>
              <a:t> lain: </a:t>
            </a:r>
            <a:r>
              <a:rPr lang="en-US" dirty="0" err="1" smtClean="0"/>
              <a:t>Tugas</a:t>
            </a:r>
            <a:r>
              <a:rPr lang="en-US" dirty="0" smtClean="0"/>
              <a:t> </a:t>
            </a:r>
            <a:r>
              <a:rPr lang="en-US" dirty="0" err="1" smtClean="0"/>
              <a:t>Akhir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topik</a:t>
            </a:r>
            <a:r>
              <a:rPr lang="en-US" dirty="0" smtClean="0"/>
              <a:t> </a:t>
            </a:r>
            <a:r>
              <a:rPr lang="en-US" dirty="0" err="1" smtClean="0"/>
              <a:t>Pembuatan</a:t>
            </a:r>
            <a:r>
              <a:rPr lang="en-US" dirty="0" smtClean="0"/>
              <a:t> Film </a:t>
            </a:r>
            <a:r>
              <a:rPr lang="en-US" dirty="0" err="1" smtClean="0"/>
              <a:t>Animasi</a:t>
            </a:r>
            <a:r>
              <a:rPr lang="en-US" dirty="0" smtClean="0"/>
              <a:t> </a:t>
            </a:r>
            <a:r>
              <a:rPr lang="en-US" dirty="0" err="1" smtClean="0"/>
              <a:t>maka</a:t>
            </a:r>
            <a:r>
              <a:rPr lang="en-US" dirty="0" smtClean="0"/>
              <a:t> </a:t>
            </a:r>
            <a:r>
              <a:rPr lang="en-US" dirty="0" err="1" smtClean="0"/>
              <a:t>desain</a:t>
            </a:r>
            <a:r>
              <a:rPr lang="en-US" dirty="0" smtClean="0"/>
              <a:t> yang </a:t>
            </a:r>
            <a:r>
              <a:rPr lang="en-US" dirty="0" err="1" smtClean="0"/>
              <a:t>dibahas</a:t>
            </a:r>
            <a:r>
              <a:rPr lang="en-US" dirty="0" smtClean="0"/>
              <a:t>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meliputi</a:t>
            </a:r>
            <a:r>
              <a:rPr lang="en-US" dirty="0" smtClean="0"/>
              <a:t> script, </a:t>
            </a:r>
            <a:r>
              <a:rPr lang="en-US" dirty="0" err="1" smtClean="0"/>
              <a:t>desain</a:t>
            </a:r>
            <a:r>
              <a:rPr lang="en-US" dirty="0" smtClean="0"/>
              <a:t> </a:t>
            </a:r>
            <a:r>
              <a:rPr lang="en-US" dirty="0" err="1" smtClean="0"/>
              <a:t>karakter</a:t>
            </a:r>
            <a:r>
              <a:rPr lang="en-US" dirty="0" smtClean="0"/>
              <a:t>,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desain</a:t>
            </a:r>
            <a:r>
              <a:rPr lang="en-US" dirty="0" smtClean="0"/>
              <a:t> lain yang </a:t>
            </a:r>
            <a:r>
              <a:rPr lang="en-US" dirty="0" err="1" smtClean="0"/>
              <a:t>dibutuhkan</a:t>
            </a:r>
            <a:r>
              <a:rPr lang="en-US" dirty="0" smtClean="0"/>
              <a:t>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pembuatan</a:t>
            </a:r>
            <a:r>
              <a:rPr lang="en-US" dirty="0" smtClean="0"/>
              <a:t> </a:t>
            </a:r>
            <a:r>
              <a:rPr lang="en-US" dirty="0" err="1" smtClean="0"/>
              <a:t>sebuah</a:t>
            </a:r>
            <a:r>
              <a:rPr lang="en-US" dirty="0" smtClean="0"/>
              <a:t> film.</a:t>
            </a:r>
            <a:endParaRPr lang="id-ID" dirty="0" smtClean="0"/>
          </a:p>
          <a:p>
            <a:pPr>
              <a:buNone/>
            </a:pPr>
            <a:endParaRPr lang="id-ID" dirty="0"/>
          </a:p>
        </p:txBody>
      </p:sp>
    </p:spTree>
    <p:extLst>
      <p:ext uri="{BB962C8B-B14F-4D97-AF65-F5344CB8AC3E}">
        <p14:creationId xmlns="" xmlns:p14="http://schemas.microsoft.com/office/powerpoint/2010/main" val="3639656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en-US" dirty="0" err="1" smtClean="0"/>
              <a:t>Jenis</a:t>
            </a:r>
            <a:r>
              <a:rPr lang="en-US" dirty="0" smtClean="0"/>
              <a:t> </a:t>
            </a:r>
            <a:r>
              <a:rPr lang="en-US" dirty="0" err="1" smtClean="0"/>
              <a:t>Desain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r>
              <a:rPr lang="en-US" dirty="0" err="1" smtClean="0"/>
              <a:t>Contoh</a:t>
            </a:r>
            <a:r>
              <a:rPr lang="en-US" dirty="0" smtClean="0"/>
              <a:t> lain: </a:t>
            </a:r>
            <a:r>
              <a:rPr lang="en-US" dirty="0" err="1" smtClean="0"/>
              <a:t>Tugas</a:t>
            </a:r>
            <a:r>
              <a:rPr lang="en-US" dirty="0" smtClean="0"/>
              <a:t> </a:t>
            </a:r>
            <a:r>
              <a:rPr lang="en-US" dirty="0" err="1" smtClean="0"/>
              <a:t>Akhir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topik</a:t>
            </a:r>
            <a:r>
              <a:rPr lang="en-US" dirty="0" smtClean="0"/>
              <a:t> </a:t>
            </a:r>
            <a:r>
              <a:rPr lang="id-ID" dirty="0" smtClean="0"/>
              <a:t>Pembuatan Sistem Pakar Perencanaan ..... dapat memiliki desain rule, desain data, desain proses, desain interface</a:t>
            </a:r>
            <a:endParaRPr lang="en-US" dirty="0" smtClean="0"/>
          </a:p>
          <a:p>
            <a:pPr>
              <a:buNone/>
            </a:pPr>
            <a:endParaRPr lang="id-ID" dirty="0"/>
          </a:p>
        </p:txBody>
      </p:sp>
    </p:spTree>
    <p:extLst>
      <p:ext uri="{BB962C8B-B14F-4D97-AF65-F5344CB8AC3E}">
        <p14:creationId xmlns="" xmlns:p14="http://schemas.microsoft.com/office/powerpoint/2010/main" val="3639656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en-US" dirty="0" err="1" smtClean="0"/>
              <a:t>Contoh</a:t>
            </a:r>
            <a:r>
              <a:rPr lang="en-US" dirty="0" smtClean="0"/>
              <a:t> </a:t>
            </a:r>
            <a:r>
              <a:rPr lang="en-US" dirty="0" err="1" smtClean="0"/>
              <a:t>Jenis</a:t>
            </a:r>
            <a:r>
              <a:rPr lang="en-US" dirty="0" smtClean="0"/>
              <a:t> </a:t>
            </a:r>
            <a:r>
              <a:rPr lang="en-US" dirty="0" err="1" smtClean="0"/>
              <a:t>Desain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 smtClean="0"/>
              <a:t>Desain</a:t>
            </a:r>
            <a:r>
              <a:rPr lang="en-US" dirty="0" smtClean="0"/>
              <a:t> Data</a:t>
            </a:r>
          </a:p>
          <a:p>
            <a:pPr lvl="1"/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harus</a:t>
            </a:r>
            <a:r>
              <a:rPr lang="en-US" dirty="0" smtClean="0"/>
              <a:t> </a:t>
            </a:r>
            <a:r>
              <a:rPr lang="en-US" dirty="0" err="1" smtClean="0"/>
              <a:t>menggunakan</a:t>
            </a:r>
            <a:r>
              <a:rPr lang="en-US" dirty="0" smtClean="0"/>
              <a:t> ER, </a:t>
            </a:r>
            <a:r>
              <a:rPr lang="en-US" dirty="0" err="1" smtClean="0"/>
              <a:t>bisa</a:t>
            </a:r>
            <a:r>
              <a:rPr lang="en-US" dirty="0" smtClean="0"/>
              <a:t> </a:t>
            </a:r>
            <a:r>
              <a:rPr lang="en-US" dirty="0" err="1" smtClean="0"/>
              <a:t>saja</a:t>
            </a:r>
            <a:r>
              <a:rPr lang="en-US" dirty="0" smtClean="0"/>
              <a:t> </a:t>
            </a:r>
            <a:r>
              <a:rPr lang="en-US" dirty="0" err="1" smtClean="0"/>
              <a:t>menggunakan</a:t>
            </a:r>
            <a:r>
              <a:rPr lang="en-US" dirty="0" smtClean="0"/>
              <a:t> EER, UML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notasi</a:t>
            </a:r>
            <a:r>
              <a:rPr lang="en-US" dirty="0" smtClean="0"/>
              <a:t> </a:t>
            </a:r>
            <a:r>
              <a:rPr lang="en-US" dirty="0" err="1" smtClean="0"/>
              <a:t>desain</a:t>
            </a:r>
            <a:r>
              <a:rPr lang="en-US" dirty="0" smtClean="0"/>
              <a:t> data </a:t>
            </a:r>
            <a:r>
              <a:rPr lang="en-US" dirty="0" err="1" smtClean="0"/>
              <a:t>lainnya</a:t>
            </a:r>
            <a:r>
              <a:rPr lang="en-US" dirty="0" smtClean="0"/>
              <a:t> (yang </a:t>
            </a:r>
            <a:r>
              <a:rPr lang="en-US" dirty="0" err="1" smtClean="0"/>
              <a:t>telah</a:t>
            </a:r>
            <a:r>
              <a:rPr lang="en-US" dirty="0" smtClean="0"/>
              <a:t> </a:t>
            </a:r>
            <a:r>
              <a:rPr lang="en-US" dirty="0" err="1" smtClean="0"/>
              <a:t>dibakukan</a:t>
            </a:r>
            <a:r>
              <a:rPr lang="en-US" dirty="0" smtClean="0"/>
              <a:t>). </a:t>
            </a:r>
            <a:r>
              <a:rPr lang="en-US" dirty="0" err="1" smtClean="0"/>
              <a:t>Boleh</a:t>
            </a:r>
            <a:r>
              <a:rPr lang="en-US" dirty="0" smtClean="0"/>
              <a:t> </a:t>
            </a:r>
            <a:r>
              <a:rPr lang="en-US" dirty="0" err="1" smtClean="0"/>
              <a:t>ada</a:t>
            </a:r>
            <a:r>
              <a:rPr lang="en-US" dirty="0" smtClean="0"/>
              <a:t> </a:t>
            </a:r>
            <a:r>
              <a:rPr lang="en-US" dirty="0" err="1" smtClean="0"/>
              <a:t>penjelasan</a:t>
            </a:r>
            <a:r>
              <a:rPr lang="en-US" dirty="0" smtClean="0"/>
              <a:t> </a:t>
            </a:r>
            <a:r>
              <a:rPr lang="en-US" dirty="0" err="1" smtClean="0"/>
              <a:t>sedikit</a:t>
            </a:r>
            <a:r>
              <a:rPr lang="en-US" dirty="0" smtClean="0"/>
              <a:t> </a:t>
            </a:r>
            <a:r>
              <a:rPr lang="en-US" dirty="0" err="1" smtClean="0"/>
              <a:t>terkait</a:t>
            </a:r>
            <a:r>
              <a:rPr lang="en-US" dirty="0" smtClean="0"/>
              <a:t> </a:t>
            </a:r>
            <a:r>
              <a:rPr lang="en-US" dirty="0" err="1" smtClean="0"/>
              <a:t>notasi</a:t>
            </a:r>
            <a:r>
              <a:rPr lang="en-US" dirty="0" smtClean="0"/>
              <a:t> yang </a:t>
            </a:r>
            <a:r>
              <a:rPr lang="en-US" dirty="0" err="1" smtClean="0"/>
              <a:t>digunakan</a:t>
            </a:r>
            <a:r>
              <a:rPr lang="en-US" dirty="0" smtClean="0"/>
              <a:t>.</a:t>
            </a:r>
            <a:endParaRPr lang="id-ID" dirty="0" smtClean="0"/>
          </a:p>
          <a:p>
            <a:pPr lvl="1"/>
            <a:r>
              <a:rPr lang="id-ID" dirty="0" smtClean="0"/>
              <a:t>Data yang dimaksud tidak harus berupa database, tabel, XML, atau variable dapat dijelaskan juga</a:t>
            </a:r>
            <a:endParaRPr lang="en-US" dirty="0" smtClean="0"/>
          </a:p>
          <a:p>
            <a:r>
              <a:rPr lang="en-US" dirty="0" err="1" smtClean="0"/>
              <a:t>Desain</a:t>
            </a:r>
            <a:r>
              <a:rPr lang="en-US" dirty="0" smtClean="0"/>
              <a:t> </a:t>
            </a:r>
            <a:r>
              <a:rPr lang="en-US" dirty="0" err="1" smtClean="0"/>
              <a:t>Proses</a:t>
            </a:r>
            <a:endParaRPr lang="en-US" dirty="0" smtClean="0"/>
          </a:p>
          <a:p>
            <a:pPr lvl="1"/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harus</a:t>
            </a:r>
            <a:r>
              <a:rPr lang="en-US" dirty="0" smtClean="0"/>
              <a:t> DFD, </a:t>
            </a:r>
            <a:r>
              <a:rPr lang="en-US" dirty="0" err="1" smtClean="0"/>
              <a:t>bisa</a:t>
            </a:r>
            <a:r>
              <a:rPr lang="en-US" dirty="0" smtClean="0"/>
              <a:t> </a:t>
            </a:r>
            <a:r>
              <a:rPr lang="en-US" dirty="0" err="1" smtClean="0"/>
              <a:t>menggunakan</a:t>
            </a:r>
            <a:r>
              <a:rPr lang="en-US" dirty="0" smtClean="0"/>
              <a:t> business flow diagram, BPMN, UML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notasi</a:t>
            </a:r>
            <a:r>
              <a:rPr lang="en-US" dirty="0" smtClean="0"/>
              <a:t> </a:t>
            </a:r>
            <a:r>
              <a:rPr lang="en-US" dirty="0" err="1" smtClean="0"/>
              <a:t>desain</a:t>
            </a:r>
            <a:r>
              <a:rPr lang="en-US" dirty="0" smtClean="0"/>
              <a:t> </a:t>
            </a:r>
            <a:r>
              <a:rPr lang="en-US" dirty="0" err="1" smtClean="0"/>
              <a:t>proses</a:t>
            </a:r>
            <a:r>
              <a:rPr lang="en-US" dirty="0" smtClean="0"/>
              <a:t> </a:t>
            </a:r>
            <a:r>
              <a:rPr lang="en-US" dirty="0" err="1" smtClean="0"/>
              <a:t>lainnya</a:t>
            </a:r>
            <a:r>
              <a:rPr lang="en-US" dirty="0" smtClean="0"/>
              <a:t> (yang </a:t>
            </a:r>
            <a:r>
              <a:rPr lang="en-US" dirty="0" err="1" smtClean="0"/>
              <a:t>telah</a:t>
            </a:r>
            <a:r>
              <a:rPr lang="en-US" dirty="0" smtClean="0"/>
              <a:t> </a:t>
            </a:r>
            <a:r>
              <a:rPr lang="en-US" dirty="0" err="1" smtClean="0"/>
              <a:t>dibakukan</a:t>
            </a:r>
            <a:r>
              <a:rPr lang="en-US" dirty="0" smtClean="0"/>
              <a:t>). </a:t>
            </a:r>
            <a:r>
              <a:rPr lang="en-US" dirty="0" err="1" smtClean="0"/>
              <a:t>Boleh</a:t>
            </a:r>
            <a:r>
              <a:rPr lang="en-US" dirty="0" smtClean="0"/>
              <a:t> </a:t>
            </a:r>
            <a:r>
              <a:rPr lang="en-US" dirty="0" err="1" smtClean="0"/>
              <a:t>ada</a:t>
            </a:r>
            <a:r>
              <a:rPr lang="en-US" dirty="0" smtClean="0"/>
              <a:t> </a:t>
            </a:r>
            <a:r>
              <a:rPr lang="en-US" dirty="0" err="1" smtClean="0"/>
              <a:t>penjelasan</a:t>
            </a:r>
            <a:r>
              <a:rPr lang="en-US" dirty="0" smtClean="0"/>
              <a:t> </a:t>
            </a:r>
            <a:r>
              <a:rPr lang="en-US" dirty="0" err="1" smtClean="0"/>
              <a:t>sedikit</a:t>
            </a:r>
            <a:r>
              <a:rPr lang="en-US" dirty="0" smtClean="0"/>
              <a:t> </a:t>
            </a:r>
            <a:r>
              <a:rPr lang="en-US" dirty="0" err="1" smtClean="0"/>
              <a:t>terkait</a:t>
            </a:r>
            <a:r>
              <a:rPr lang="en-US" dirty="0" smtClean="0"/>
              <a:t> </a:t>
            </a:r>
            <a:r>
              <a:rPr lang="en-US" dirty="0" err="1" smtClean="0"/>
              <a:t>notasi</a:t>
            </a:r>
            <a:r>
              <a:rPr lang="en-US" dirty="0" smtClean="0"/>
              <a:t> yang </a:t>
            </a:r>
            <a:r>
              <a:rPr lang="en-US" dirty="0" err="1" smtClean="0"/>
              <a:t>digunakan</a:t>
            </a:r>
            <a:endParaRPr lang="id-ID" dirty="0" smtClean="0"/>
          </a:p>
          <a:p>
            <a:pPr lvl="1"/>
            <a:r>
              <a:rPr lang="id-ID" dirty="0" smtClean="0"/>
              <a:t>Tidak harus ada jika tidak ada proses yang terjadi</a:t>
            </a:r>
            <a:endParaRPr lang="en-US" dirty="0" smtClean="0"/>
          </a:p>
          <a:p>
            <a:r>
              <a:rPr lang="en-US" dirty="0" err="1" smtClean="0"/>
              <a:t>Desain</a:t>
            </a:r>
            <a:r>
              <a:rPr lang="en-US" dirty="0" smtClean="0"/>
              <a:t> Interface </a:t>
            </a:r>
            <a:r>
              <a:rPr lang="en-US" dirty="0" err="1" smtClean="0"/>
              <a:t>dan</a:t>
            </a:r>
            <a:r>
              <a:rPr lang="id-ID" dirty="0" smtClean="0"/>
              <a:t>/atau</a:t>
            </a:r>
            <a:r>
              <a:rPr lang="en-US" dirty="0" smtClean="0"/>
              <a:t> Interface </a:t>
            </a:r>
            <a:r>
              <a:rPr lang="id-ID" dirty="0" smtClean="0"/>
              <a:t>F</a:t>
            </a:r>
            <a:r>
              <a:rPr lang="en-US" dirty="0" smtClean="0"/>
              <a:t>low</a:t>
            </a:r>
            <a:r>
              <a:rPr lang="id-ID" dirty="0" smtClean="0"/>
              <a:t> Diagram</a:t>
            </a:r>
            <a:endParaRPr lang="en-US" dirty="0" smtClean="0"/>
          </a:p>
          <a:p>
            <a:r>
              <a:rPr lang="en-US" dirty="0" err="1" smtClean="0"/>
              <a:t>Desain</a:t>
            </a:r>
            <a:r>
              <a:rPr lang="en-US" dirty="0" smtClean="0"/>
              <a:t> UX/UI</a:t>
            </a:r>
          </a:p>
          <a:p>
            <a:r>
              <a:rPr lang="en-US" dirty="0" err="1" smtClean="0"/>
              <a:t>Desain</a:t>
            </a:r>
            <a:r>
              <a:rPr lang="en-US" dirty="0" smtClean="0"/>
              <a:t> Environment</a:t>
            </a:r>
          </a:p>
          <a:p>
            <a:pPr>
              <a:buNone/>
            </a:pPr>
            <a:endParaRPr lang="id-ID" dirty="0"/>
          </a:p>
        </p:txBody>
      </p:sp>
    </p:spTree>
    <p:extLst>
      <p:ext uri="{BB962C8B-B14F-4D97-AF65-F5344CB8AC3E}">
        <p14:creationId xmlns="" xmlns:p14="http://schemas.microsoft.com/office/powerpoint/2010/main" val="3639656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en-US" dirty="0" err="1" smtClean="0"/>
              <a:t>Beberapa</a:t>
            </a:r>
            <a:r>
              <a:rPr lang="en-US" dirty="0" smtClean="0"/>
              <a:t> </a:t>
            </a:r>
            <a:r>
              <a:rPr lang="en-US" dirty="0" err="1" smtClean="0"/>
              <a:t>kesalahan</a:t>
            </a:r>
            <a:r>
              <a:rPr lang="en-US" dirty="0" smtClean="0"/>
              <a:t> yang </a:t>
            </a:r>
            <a:r>
              <a:rPr lang="en-US" dirty="0" err="1" smtClean="0"/>
              <a:t>sering</a:t>
            </a:r>
            <a:r>
              <a:rPr lang="en-US" dirty="0" smtClean="0"/>
              <a:t> </a:t>
            </a:r>
            <a:r>
              <a:rPr lang="en-US" dirty="0" err="1" smtClean="0"/>
              <a:t>terjadi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r>
              <a:rPr lang="en-US" dirty="0" err="1" smtClean="0"/>
              <a:t>Desain</a:t>
            </a:r>
            <a:r>
              <a:rPr lang="en-US" dirty="0" smtClean="0"/>
              <a:t> </a:t>
            </a:r>
            <a:r>
              <a:rPr lang="en-US" dirty="0" err="1" smtClean="0"/>
              <a:t>hanya</a:t>
            </a:r>
            <a:r>
              <a:rPr lang="en-US" dirty="0" smtClean="0"/>
              <a:t> </a:t>
            </a:r>
            <a:r>
              <a:rPr lang="en-US" dirty="0" err="1" smtClean="0"/>
              <a:t>berisi</a:t>
            </a:r>
            <a:r>
              <a:rPr lang="en-US" dirty="0" smtClean="0"/>
              <a:t> diagram, flowchart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gambar</a:t>
            </a:r>
            <a:r>
              <a:rPr lang="en-US" dirty="0" smtClean="0"/>
              <a:t> </a:t>
            </a:r>
            <a:r>
              <a:rPr lang="en-US" dirty="0" err="1" smtClean="0"/>
              <a:t>tanpa</a:t>
            </a:r>
            <a:r>
              <a:rPr lang="en-US" dirty="0" smtClean="0"/>
              <a:t> </a:t>
            </a:r>
            <a:r>
              <a:rPr lang="en-US" dirty="0" err="1" smtClean="0"/>
              <a:t>penjelasan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id-ID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 l="22555" t="40438" r="17756" b="19040"/>
          <a:stretch>
            <a:fillRect/>
          </a:stretch>
        </p:blipFill>
        <p:spPr bwMode="auto">
          <a:xfrm>
            <a:off x="752355" y="3044140"/>
            <a:ext cx="7677876" cy="2777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639656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en-US" dirty="0" err="1" smtClean="0"/>
              <a:t>Beberapa</a:t>
            </a:r>
            <a:r>
              <a:rPr lang="en-US" dirty="0" smtClean="0"/>
              <a:t> </a:t>
            </a:r>
            <a:r>
              <a:rPr lang="en-US" dirty="0" err="1" smtClean="0"/>
              <a:t>kesalahan</a:t>
            </a:r>
            <a:r>
              <a:rPr lang="en-US" dirty="0" smtClean="0"/>
              <a:t> yang </a:t>
            </a:r>
            <a:r>
              <a:rPr lang="en-US" dirty="0" err="1" smtClean="0"/>
              <a:t>sering</a:t>
            </a:r>
            <a:r>
              <a:rPr lang="en-US" dirty="0" smtClean="0"/>
              <a:t> </a:t>
            </a:r>
            <a:r>
              <a:rPr lang="en-US" dirty="0" err="1" smtClean="0"/>
              <a:t>terjadi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r>
              <a:rPr lang="en-US" dirty="0" err="1" smtClean="0"/>
              <a:t>Desain</a:t>
            </a:r>
            <a:r>
              <a:rPr lang="en-US" dirty="0" smtClean="0"/>
              <a:t> </a:t>
            </a:r>
            <a:r>
              <a:rPr lang="en-US" dirty="0" err="1" smtClean="0"/>
              <a:t>hanya</a:t>
            </a:r>
            <a:r>
              <a:rPr lang="en-US" dirty="0" smtClean="0"/>
              <a:t> </a:t>
            </a:r>
            <a:r>
              <a:rPr lang="en-US" dirty="0" err="1" smtClean="0"/>
              <a:t>menjelaskan</a:t>
            </a:r>
            <a:r>
              <a:rPr lang="en-US" dirty="0" smtClean="0"/>
              <a:t> </a:t>
            </a:r>
            <a:r>
              <a:rPr lang="en-US" dirty="0" err="1" smtClean="0"/>
              <a:t>hasil</a:t>
            </a:r>
            <a:r>
              <a:rPr lang="en-US" dirty="0" smtClean="0"/>
              <a:t> </a:t>
            </a:r>
            <a:r>
              <a:rPr lang="en-US" dirty="0" err="1" smtClean="0"/>
              <a:t>desain</a:t>
            </a:r>
            <a:r>
              <a:rPr lang="en-US" dirty="0" smtClean="0"/>
              <a:t>, </a:t>
            </a:r>
            <a:r>
              <a:rPr lang="en-US" dirty="0" err="1" smtClean="0"/>
              <a:t>bukan</a:t>
            </a:r>
            <a:r>
              <a:rPr lang="en-US" dirty="0" smtClean="0"/>
              <a:t> </a:t>
            </a:r>
            <a:r>
              <a:rPr lang="en-US" dirty="0" err="1" smtClean="0"/>
              <a:t>menceritakan</a:t>
            </a:r>
            <a:r>
              <a:rPr lang="en-US" dirty="0" smtClean="0"/>
              <a:t> </a:t>
            </a:r>
            <a:r>
              <a:rPr lang="en-US" dirty="0" err="1" smtClean="0"/>
              <a:t>latar</a:t>
            </a:r>
            <a:r>
              <a:rPr lang="en-US" dirty="0" smtClean="0"/>
              <a:t> </a:t>
            </a:r>
            <a:r>
              <a:rPr lang="en-US" dirty="0" err="1" smtClean="0"/>
              <a:t>belakang</a:t>
            </a:r>
            <a:r>
              <a:rPr lang="en-US" dirty="0" smtClean="0"/>
              <a:t> </a:t>
            </a:r>
            <a:r>
              <a:rPr lang="en-US" dirty="0" err="1" smtClean="0"/>
              <a:t>suatu</a:t>
            </a:r>
            <a:r>
              <a:rPr lang="en-US" dirty="0" smtClean="0"/>
              <a:t> </a:t>
            </a:r>
            <a:r>
              <a:rPr lang="en-US" dirty="0" err="1" smtClean="0"/>
              <a:t>desain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id-ID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 l="31136" t="17811" r="21234" b="7179"/>
          <a:stretch>
            <a:fillRect/>
          </a:stretch>
        </p:blipFill>
        <p:spPr bwMode="auto">
          <a:xfrm>
            <a:off x="2448768" y="2946385"/>
            <a:ext cx="4357147" cy="3656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639656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en-US" dirty="0" err="1" smtClean="0"/>
              <a:t>Beberapa</a:t>
            </a:r>
            <a:r>
              <a:rPr lang="en-US" dirty="0" smtClean="0"/>
              <a:t> </a:t>
            </a:r>
            <a:r>
              <a:rPr lang="en-US" dirty="0" err="1" smtClean="0"/>
              <a:t>kesalahan</a:t>
            </a:r>
            <a:r>
              <a:rPr lang="en-US" dirty="0" smtClean="0"/>
              <a:t> yang </a:t>
            </a:r>
            <a:r>
              <a:rPr lang="en-US" dirty="0" err="1" smtClean="0"/>
              <a:t>sering</a:t>
            </a:r>
            <a:r>
              <a:rPr lang="en-US" dirty="0" smtClean="0"/>
              <a:t> </a:t>
            </a:r>
            <a:r>
              <a:rPr lang="en-US" dirty="0" err="1" smtClean="0"/>
              <a:t>terjadi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r>
              <a:rPr lang="en-US" dirty="0" err="1" smtClean="0"/>
              <a:t>Desain</a:t>
            </a:r>
            <a:r>
              <a:rPr lang="en-US" dirty="0" smtClean="0"/>
              <a:t> </a:t>
            </a:r>
            <a:r>
              <a:rPr lang="en-US" dirty="0" err="1" smtClean="0"/>
              <a:t>sama</a:t>
            </a:r>
            <a:r>
              <a:rPr lang="en-US" dirty="0" smtClean="0"/>
              <a:t> </a:t>
            </a:r>
            <a:r>
              <a:rPr lang="en-US" dirty="0" err="1" smtClean="0"/>
              <a:t>sekali</a:t>
            </a:r>
            <a:r>
              <a:rPr lang="en-US" dirty="0" smtClean="0"/>
              <a:t>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memperhatikan</a:t>
            </a:r>
            <a:r>
              <a:rPr lang="en-US" dirty="0" smtClean="0"/>
              <a:t> </a:t>
            </a:r>
            <a:r>
              <a:rPr lang="en-US" dirty="0" err="1" smtClean="0"/>
              <a:t>kebutuhan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. </a:t>
            </a:r>
            <a:r>
              <a:rPr lang="en-US" dirty="0" err="1" smtClean="0"/>
              <a:t>Keputusan</a:t>
            </a:r>
            <a:r>
              <a:rPr lang="en-US" dirty="0" smtClean="0"/>
              <a:t> </a:t>
            </a:r>
            <a:r>
              <a:rPr lang="en-US" dirty="0" err="1" smtClean="0"/>
              <a:t>desain</a:t>
            </a:r>
            <a:r>
              <a:rPr lang="en-US" dirty="0" smtClean="0"/>
              <a:t>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ada</a:t>
            </a:r>
            <a:r>
              <a:rPr lang="en-US" dirty="0" smtClean="0"/>
              <a:t> </a:t>
            </a:r>
            <a:r>
              <a:rPr lang="en-US" dirty="0" err="1" smtClean="0"/>
              <a:t>hubungannya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kebutuhan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, </a:t>
            </a:r>
            <a:r>
              <a:rPr lang="en-US" dirty="0" err="1" smtClean="0"/>
              <a:t>malah</a:t>
            </a:r>
            <a:r>
              <a:rPr lang="en-US" dirty="0" smtClean="0"/>
              <a:t> </a:t>
            </a:r>
            <a:r>
              <a:rPr lang="en-US" dirty="0" err="1" smtClean="0"/>
              <a:t>terkadang</a:t>
            </a:r>
            <a:r>
              <a:rPr lang="en-US" dirty="0" smtClean="0"/>
              <a:t> </a:t>
            </a:r>
            <a:r>
              <a:rPr lang="en-US" dirty="0" err="1" smtClean="0"/>
              <a:t>berlawanan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kebutuhan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Desain</a:t>
            </a:r>
            <a:r>
              <a:rPr lang="en-US" dirty="0" smtClean="0"/>
              <a:t> </a:t>
            </a:r>
            <a:r>
              <a:rPr lang="en-US" dirty="0" err="1" smtClean="0"/>
              <a:t>sama</a:t>
            </a:r>
            <a:r>
              <a:rPr lang="en-US" dirty="0" smtClean="0"/>
              <a:t> </a:t>
            </a:r>
            <a:r>
              <a:rPr lang="en-US" dirty="0" err="1" smtClean="0"/>
              <a:t>sekali</a:t>
            </a:r>
            <a:r>
              <a:rPr lang="en-US" dirty="0" smtClean="0"/>
              <a:t>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mempedulikan</a:t>
            </a:r>
            <a:r>
              <a:rPr lang="en-US" dirty="0" smtClean="0"/>
              <a:t> </a:t>
            </a:r>
            <a:r>
              <a:rPr lang="en-US" dirty="0" err="1" smtClean="0"/>
              <a:t>dasar</a:t>
            </a:r>
            <a:r>
              <a:rPr lang="en-US" dirty="0" smtClean="0"/>
              <a:t> </a:t>
            </a:r>
            <a:r>
              <a:rPr lang="en-US" dirty="0" err="1" smtClean="0"/>
              <a:t>teori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Desain</a:t>
            </a:r>
            <a:r>
              <a:rPr lang="en-US" dirty="0" smtClean="0"/>
              <a:t> </a:t>
            </a:r>
            <a:r>
              <a:rPr lang="en-US" dirty="0" err="1" smtClean="0"/>
              <a:t>hanya</a:t>
            </a:r>
            <a:r>
              <a:rPr lang="en-US" dirty="0" smtClean="0"/>
              <a:t> </a:t>
            </a:r>
            <a:r>
              <a:rPr lang="en-US" dirty="0" err="1" smtClean="0"/>
              <a:t>didasarkan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hal</a:t>
            </a:r>
            <a:r>
              <a:rPr lang="en-US" dirty="0" smtClean="0"/>
              <a:t> yang </a:t>
            </a:r>
            <a:r>
              <a:rPr lang="en-US" dirty="0" err="1" smtClean="0"/>
              <a:t>subjektif</a:t>
            </a:r>
            <a:r>
              <a:rPr lang="en-US" dirty="0" smtClean="0"/>
              <a:t> </a:t>
            </a:r>
            <a:r>
              <a:rPr lang="en-US" dirty="0" err="1" smtClean="0"/>
              <a:t>seperti</a:t>
            </a:r>
            <a:r>
              <a:rPr lang="en-US" dirty="0" smtClean="0"/>
              <a:t> </a:t>
            </a:r>
            <a:r>
              <a:rPr lang="en-US" dirty="0" err="1" smtClean="0"/>
              <a:t>pendapat</a:t>
            </a:r>
            <a:r>
              <a:rPr lang="en-US" dirty="0" smtClean="0"/>
              <a:t> </a:t>
            </a:r>
            <a:r>
              <a:rPr lang="en-US" dirty="0" err="1" smtClean="0"/>
              <a:t>pribadi</a:t>
            </a:r>
            <a:r>
              <a:rPr lang="en-US" dirty="0" smtClean="0"/>
              <a:t>, </a:t>
            </a:r>
            <a:r>
              <a:rPr lang="en-US" dirty="0" err="1" smtClean="0"/>
              <a:t>menurut</a:t>
            </a:r>
            <a:r>
              <a:rPr lang="en-US" dirty="0" smtClean="0"/>
              <a:t> </a:t>
            </a:r>
            <a:r>
              <a:rPr lang="en-US" dirty="0" err="1" smtClean="0"/>
              <a:t>teman-teman</a:t>
            </a:r>
            <a:r>
              <a:rPr lang="en-US" dirty="0" smtClean="0"/>
              <a:t>, </a:t>
            </a:r>
            <a:r>
              <a:rPr lang="en-US" dirty="0" err="1" smtClean="0"/>
              <a:t>sering</a:t>
            </a:r>
            <a:r>
              <a:rPr lang="en-US" dirty="0" smtClean="0"/>
              <a:t> </a:t>
            </a:r>
            <a:r>
              <a:rPr lang="en-US" dirty="0" err="1" smtClean="0"/>
              <a:t>melihat</a:t>
            </a:r>
            <a:r>
              <a:rPr lang="en-US" dirty="0" smtClean="0"/>
              <a:t> </a:t>
            </a:r>
            <a:r>
              <a:rPr lang="en-US" dirty="0" err="1" smtClean="0"/>
              <a:t>di</a:t>
            </a:r>
            <a:r>
              <a:rPr lang="en-US" dirty="0" smtClean="0"/>
              <a:t> media.</a:t>
            </a:r>
            <a:endParaRPr lang="en-US" dirty="0" smtClean="0"/>
          </a:p>
          <a:p>
            <a:pPr>
              <a:buNone/>
            </a:pPr>
            <a:endParaRPr lang="id-ID" dirty="0"/>
          </a:p>
        </p:txBody>
      </p:sp>
    </p:spTree>
    <p:extLst>
      <p:ext uri="{BB962C8B-B14F-4D97-AF65-F5344CB8AC3E}">
        <p14:creationId xmlns="" xmlns:p14="http://schemas.microsoft.com/office/powerpoint/2010/main" val="3639656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42654" y="365126"/>
            <a:ext cx="6672695" cy="1325563"/>
          </a:xfrm>
        </p:spPr>
        <p:txBody>
          <a:bodyPr/>
          <a:lstStyle/>
          <a:p>
            <a:r>
              <a:rPr lang="id-ID" dirty="0" smtClean="0"/>
              <a:t>Diskusi Kelompok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2064327"/>
            <a:ext cx="7886700" cy="4112636"/>
          </a:xfrm>
        </p:spPr>
        <p:txBody>
          <a:bodyPr>
            <a:normAutofit/>
          </a:bodyPr>
          <a:lstStyle/>
          <a:p>
            <a:r>
              <a:rPr lang="id-ID" dirty="0" smtClean="0"/>
              <a:t>Carilah orang yang memiliki topik TA dalam rumpun yang sama, misalnya Game, Sistem Informasi Akuntansi, E Commerce dsb. </a:t>
            </a:r>
          </a:p>
          <a:p>
            <a:r>
              <a:rPr lang="id-ID" dirty="0" smtClean="0"/>
              <a:t>Bergabunglah dalam kelompok maksimal 3 orang </a:t>
            </a:r>
          </a:p>
          <a:p>
            <a:r>
              <a:rPr lang="id-ID" dirty="0" smtClean="0"/>
              <a:t>Buatlah perkiraan sub bab yang sesuai untuk bab </a:t>
            </a:r>
            <a:r>
              <a:rPr lang="en-US" dirty="0" smtClean="0"/>
              <a:t>4</a:t>
            </a:r>
            <a:r>
              <a:rPr lang="id-ID" dirty="0" smtClean="0"/>
              <a:t>.</a:t>
            </a:r>
            <a:endParaRPr lang="id-ID" dirty="0" smtClean="0"/>
          </a:p>
          <a:p>
            <a:r>
              <a:rPr lang="id-ID" dirty="0" smtClean="0"/>
              <a:t>Berikan sedikit penjelasan tentang isi dari setiap sub bab tersebut.</a:t>
            </a:r>
          </a:p>
          <a:p>
            <a:pPr>
              <a:buNone/>
            </a:pPr>
            <a:endParaRPr lang="id-ID" dirty="0" smtClean="0"/>
          </a:p>
          <a:p>
            <a:pPr>
              <a:buNone/>
            </a:pPr>
            <a:endParaRPr lang="id-ID" dirty="0"/>
          </a:p>
        </p:txBody>
      </p:sp>
    </p:spTree>
    <p:extLst>
      <p:ext uri="{BB962C8B-B14F-4D97-AF65-F5344CB8AC3E}">
        <p14:creationId xmlns="" xmlns:p14="http://schemas.microsoft.com/office/powerpoint/2010/main" val="3639656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7669</TotalTime>
  <Words>437</Words>
  <Application>Microsoft Office PowerPoint</Application>
  <PresentationFormat>On-screen Show (4:3)</PresentationFormat>
  <Paragraphs>39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Office Theme</vt:lpstr>
      <vt:lpstr>2_Office Theme</vt:lpstr>
      <vt:lpstr>Slide 1</vt:lpstr>
      <vt:lpstr>Desain</vt:lpstr>
      <vt:lpstr>Desain</vt:lpstr>
      <vt:lpstr>Jenis Desain</vt:lpstr>
      <vt:lpstr>Jenis Desain</vt:lpstr>
      <vt:lpstr>Contoh Jenis Desain</vt:lpstr>
      <vt:lpstr>Beberapa kesalahan yang sering terjadi</vt:lpstr>
      <vt:lpstr>Beberapa kesalahan yang sering terjadi</vt:lpstr>
      <vt:lpstr>Beberapa kesalahan yang sering terjadi</vt:lpstr>
      <vt:lpstr>Diskusi Kelompok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lenovo2</cp:lastModifiedBy>
  <cp:revision>27</cp:revision>
  <dcterms:created xsi:type="dcterms:W3CDTF">2017-12-08T09:42:55Z</dcterms:created>
  <dcterms:modified xsi:type="dcterms:W3CDTF">2018-04-24T01:03:09Z</dcterms:modified>
</cp:coreProperties>
</file>